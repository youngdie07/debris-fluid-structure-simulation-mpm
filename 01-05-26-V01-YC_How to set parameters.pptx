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23"/>
  </p:notesMasterIdLst>
  <p:sldIdLst>
    <p:sldId id="714" r:id="rId4"/>
    <p:sldId id="841" r:id="rId5"/>
    <p:sldId id="840" r:id="rId6"/>
    <p:sldId id="849" r:id="rId7"/>
    <p:sldId id="852" r:id="rId8"/>
    <p:sldId id="869" r:id="rId9"/>
    <p:sldId id="862" r:id="rId10"/>
    <p:sldId id="859" r:id="rId11"/>
    <p:sldId id="860" r:id="rId12"/>
    <p:sldId id="861" r:id="rId13"/>
    <p:sldId id="870" r:id="rId14"/>
    <p:sldId id="875" r:id="rId15"/>
    <p:sldId id="864" r:id="rId16"/>
    <p:sldId id="867" r:id="rId17"/>
    <p:sldId id="868" r:id="rId18"/>
    <p:sldId id="871" r:id="rId19"/>
    <p:sldId id="865" r:id="rId20"/>
    <p:sldId id="866" r:id="rId21"/>
    <p:sldId id="847" r:id="rId22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4"/>
            <p14:sldId id="841"/>
            <p14:sldId id="840"/>
            <p14:sldId id="849"/>
            <p14:sldId id="852"/>
            <p14:sldId id="869"/>
            <p14:sldId id="862"/>
            <p14:sldId id="859"/>
            <p14:sldId id="860"/>
            <p14:sldId id="861"/>
            <p14:sldId id="870"/>
            <p14:sldId id="875"/>
            <p14:sldId id="864"/>
            <p14:sldId id="867"/>
            <p14:sldId id="868"/>
            <p14:sldId id="871"/>
            <p14:sldId id="865"/>
            <p14:sldId id="866"/>
            <p14:sldId id="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C6531F"/>
    <a:srgbClr val="C01338"/>
    <a:srgbClr val="C00000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4A57D-E7C0-4144-8BBD-80EFFA65BBDE}" v="88" dt="2026-01-06T08:36:56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5" autoAdjust="0"/>
    <p:restoredTop sz="81926" autoAdjust="0"/>
  </p:normalViewPr>
  <p:slideViewPr>
    <p:cSldViewPr>
      <p:cViewPr varScale="1">
        <p:scale>
          <a:sx n="99" d="100"/>
          <a:sy n="99" d="100"/>
        </p:scale>
        <p:origin x="84" y="7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1" d="100"/>
        <a:sy n="91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, YoungChul" userId="cffd7709-ecf3-4b88-a16d-e42124136eca" providerId="ADAL" clId="{9462CB79-8BDE-48DE-8E9C-87D1A8402DB6}"/>
    <pc:docChg chg="undo redo custSel addSld delSld modSld modSection">
      <pc:chgData name="Choi, YoungChul" userId="cffd7709-ecf3-4b88-a16d-e42124136eca" providerId="ADAL" clId="{9462CB79-8BDE-48DE-8E9C-87D1A8402DB6}" dt="2026-01-07T05:47:04.757" v="893" actId="47"/>
      <pc:docMkLst>
        <pc:docMk/>
      </pc:docMkLst>
      <pc:sldChg chg="modSp mod">
        <pc:chgData name="Choi, YoungChul" userId="cffd7709-ecf3-4b88-a16d-e42124136eca" providerId="ADAL" clId="{9462CB79-8BDE-48DE-8E9C-87D1A8402DB6}" dt="2026-01-06T08:37:53.610" v="887" actId="20577"/>
        <pc:sldMkLst>
          <pc:docMk/>
          <pc:sldMk cId="1825105875" sldId="714"/>
        </pc:sldMkLst>
        <pc:spChg chg="mod">
          <ac:chgData name="Choi, YoungChul" userId="cffd7709-ecf3-4b88-a16d-e42124136eca" providerId="ADAL" clId="{9462CB79-8BDE-48DE-8E9C-87D1A8402DB6}" dt="2026-01-06T03:31:30.347" v="10" actId="20577"/>
          <ac:spMkLst>
            <pc:docMk/>
            <pc:sldMk cId="1825105875" sldId="714"/>
            <ac:spMk id="12" creationId="{00000000-0000-0000-0000-000000000000}"/>
          </ac:spMkLst>
        </pc:spChg>
        <pc:spChg chg="mod">
          <ac:chgData name="Choi, YoungChul" userId="cffd7709-ecf3-4b88-a16d-e42124136eca" providerId="ADAL" clId="{9462CB79-8BDE-48DE-8E9C-87D1A8402DB6}" dt="2026-01-06T08:37:53.610" v="887" actId="20577"/>
          <ac:spMkLst>
            <pc:docMk/>
            <pc:sldMk cId="1825105875" sldId="714"/>
            <ac:spMk id="13" creationId="{00000000-0000-0000-0000-000000000000}"/>
          </ac:spMkLst>
        </pc:spChg>
      </pc:sldChg>
      <pc:sldChg chg="del">
        <pc:chgData name="Choi, YoungChul" userId="cffd7709-ecf3-4b88-a16d-e42124136eca" providerId="ADAL" clId="{9462CB79-8BDE-48DE-8E9C-87D1A8402DB6}" dt="2026-01-06T08:14:32.888" v="437" actId="47"/>
        <pc:sldMkLst>
          <pc:docMk/>
          <pc:sldMk cId="1086449283" sldId="839"/>
        </pc:sldMkLst>
      </pc:sldChg>
      <pc:sldChg chg="modSp mod">
        <pc:chgData name="Choi, YoungChul" userId="cffd7709-ecf3-4b88-a16d-e42124136eca" providerId="ADAL" clId="{9462CB79-8BDE-48DE-8E9C-87D1A8402DB6}" dt="2026-01-06T08:14:16.714" v="436" actId="27636"/>
        <pc:sldMkLst>
          <pc:docMk/>
          <pc:sldMk cId="1958667797" sldId="840"/>
        </pc:sldMkLst>
        <pc:spChg chg="mod">
          <ac:chgData name="Choi, YoungChul" userId="cffd7709-ecf3-4b88-a16d-e42124136eca" providerId="ADAL" clId="{9462CB79-8BDE-48DE-8E9C-87D1A8402DB6}" dt="2026-01-06T08:14:10.277" v="434" actId="20577"/>
          <ac:spMkLst>
            <pc:docMk/>
            <pc:sldMk cId="1958667797" sldId="840"/>
            <ac:spMk id="4" creationId="{94523DCF-6B74-4AE2-AB3E-4E90B1CAA175}"/>
          </ac:spMkLst>
        </pc:spChg>
        <pc:spChg chg="mod">
          <ac:chgData name="Choi, YoungChul" userId="cffd7709-ecf3-4b88-a16d-e42124136eca" providerId="ADAL" clId="{9462CB79-8BDE-48DE-8E9C-87D1A8402DB6}" dt="2026-01-06T08:14:16.714" v="436" actId="27636"/>
          <ac:spMkLst>
            <pc:docMk/>
            <pc:sldMk cId="1958667797" sldId="840"/>
            <ac:spMk id="9" creationId="{18C51226-5207-4DB4-938E-1E021F75ADC1}"/>
          </ac:spMkLst>
        </pc:spChg>
      </pc:sldChg>
      <pc:sldChg chg="modSp mod">
        <pc:chgData name="Choi, YoungChul" userId="cffd7709-ecf3-4b88-a16d-e42124136eca" providerId="ADAL" clId="{9462CB79-8BDE-48DE-8E9C-87D1A8402DB6}" dt="2026-01-06T08:38:07.418" v="892" actId="20577"/>
        <pc:sldMkLst>
          <pc:docMk/>
          <pc:sldMk cId="1091443194" sldId="841"/>
        </pc:sldMkLst>
        <pc:spChg chg="mod">
          <ac:chgData name="Choi, YoungChul" userId="cffd7709-ecf3-4b88-a16d-e42124136eca" providerId="ADAL" clId="{9462CB79-8BDE-48DE-8E9C-87D1A8402DB6}" dt="2026-01-06T08:38:07.418" v="892" actId="20577"/>
          <ac:spMkLst>
            <pc:docMk/>
            <pc:sldMk cId="1091443194" sldId="841"/>
            <ac:spMk id="4" creationId="{94523DCF-6B74-4AE2-AB3E-4E90B1CAA175}"/>
          </ac:spMkLst>
        </pc:spChg>
        <pc:spChg chg="mod">
          <ac:chgData name="Choi, YoungChul" userId="cffd7709-ecf3-4b88-a16d-e42124136eca" providerId="ADAL" clId="{9462CB79-8BDE-48DE-8E9C-87D1A8402DB6}" dt="2026-01-06T08:36:56.985" v="850" actId="20577"/>
          <ac:spMkLst>
            <pc:docMk/>
            <pc:sldMk cId="1091443194" sldId="841"/>
            <ac:spMk id="9" creationId="{18C51226-5207-4DB4-938E-1E021F75ADC1}"/>
          </ac:spMkLst>
        </pc:spChg>
      </pc:sldChg>
      <pc:sldChg chg="modSp mod">
        <pc:chgData name="Choi, YoungChul" userId="cffd7709-ecf3-4b88-a16d-e42124136eca" providerId="ADAL" clId="{9462CB79-8BDE-48DE-8E9C-87D1A8402DB6}" dt="2026-01-06T03:38:23.080" v="112"/>
        <pc:sldMkLst>
          <pc:docMk/>
          <pc:sldMk cId="1635698182" sldId="847"/>
        </pc:sldMkLst>
        <pc:spChg chg="mod">
          <ac:chgData name="Choi, YoungChul" userId="cffd7709-ecf3-4b88-a16d-e42124136eca" providerId="ADAL" clId="{9462CB79-8BDE-48DE-8E9C-87D1A8402DB6}" dt="2026-01-06T03:38:23.080" v="112"/>
          <ac:spMkLst>
            <pc:docMk/>
            <pc:sldMk cId="1635698182" sldId="847"/>
            <ac:spMk id="9" creationId="{18C51226-5207-4DB4-938E-1E021F75ADC1}"/>
          </ac:spMkLst>
        </pc:spChg>
      </pc:sldChg>
      <pc:sldChg chg="modSp add del">
        <pc:chgData name="Choi, YoungChul" userId="cffd7709-ecf3-4b88-a16d-e42124136eca" providerId="ADAL" clId="{9462CB79-8BDE-48DE-8E9C-87D1A8402DB6}" dt="2026-01-06T08:15:15.651" v="477" actId="47"/>
        <pc:sldMkLst>
          <pc:docMk/>
          <pc:sldMk cId="2683956079" sldId="848"/>
        </pc:sldMkLst>
        <pc:spChg chg="mod">
          <ac:chgData name="Choi, YoungChul" userId="cffd7709-ecf3-4b88-a16d-e42124136eca" providerId="ADAL" clId="{9462CB79-8BDE-48DE-8E9C-87D1A8402DB6}" dt="2026-01-06T03:40:36.697" v="128"/>
          <ac:spMkLst>
            <pc:docMk/>
            <pc:sldMk cId="2683956079" sldId="848"/>
            <ac:spMk id="4" creationId="{94523DCF-6B74-4AE2-AB3E-4E90B1CAA175}"/>
          </ac:spMkLst>
        </pc:spChg>
      </pc:sldChg>
      <pc:sldChg chg="modSp mod">
        <pc:chgData name="Choi, YoungChul" userId="cffd7709-ecf3-4b88-a16d-e42124136eca" providerId="ADAL" clId="{9462CB79-8BDE-48DE-8E9C-87D1A8402DB6}" dt="2026-01-06T08:18:54.369" v="570" actId="20577"/>
        <pc:sldMkLst>
          <pc:docMk/>
          <pc:sldMk cId="1520436167" sldId="849"/>
        </pc:sldMkLst>
        <pc:spChg chg="mod">
          <ac:chgData name="Choi, YoungChul" userId="cffd7709-ecf3-4b88-a16d-e42124136eca" providerId="ADAL" clId="{9462CB79-8BDE-48DE-8E9C-87D1A8402DB6}" dt="2026-01-06T08:16:10.441" v="536" actId="20577"/>
          <ac:spMkLst>
            <pc:docMk/>
            <pc:sldMk cId="1520436167" sldId="849"/>
            <ac:spMk id="4" creationId="{94523DCF-6B74-4AE2-AB3E-4E90B1CAA175}"/>
          </ac:spMkLst>
        </pc:spChg>
        <pc:spChg chg="mod">
          <ac:chgData name="Choi, YoungChul" userId="cffd7709-ecf3-4b88-a16d-e42124136eca" providerId="ADAL" clId="{9462CB79-8BDE-48DE-8E9C-87D1A8402DB6}" dt="2026-01-06T08:18:54.369" v="570" actId="20577"/>
          <ac:spMkLst>
            <pc:docMk/>
            <pc:sldMk cId="1520436167" sldId="849"/>
            <ac:spMk id="9" creationId="{18C51226-5207-4DB4-938E-1E021F75ADC1}"/>
          </ac:spMkLst>
        </pc:spChg>
      </pc:sldChg>
      <pc:sldChg chg="modSp del mod">
        <pc:chgData name="Choi, YoungChul" userId="cffd7709-ecf3-4b88-a16d-e42124136eca" providerId="ADAL" clId="{9462CB79-8BDE-48DE-8E9C-87D1A8402DB6}" dt="2026-01-06T08:19:41.788" v="571" actId="47"/>
        <pc:sldMkLst>
          <pc:docMk/>
          <pc:sldMk cId="487710458" sldId="850"/>
        </pc:sldMkLst>
        <pc:spChg chg="mod">
          <ac:chgData name="Choi, YoungChul" userId="cffd7709-ecf3-4b88-a16d-e42124136eca" providerId="ADAL" clId="{9462CB79-8BDE-48DE-8E9C-87D1A8402DB6}" dt="2026-01-06T03:43:46.018" v="197" actId="20577"/>
          <ac:spMkLst>
            <pc:docMk/>
            <pc:sldMk cId="487710458" sldId="850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9462CB79-8BDE-48DE-8E9C-87D1A8402DB6}" dt="2026-01-06T08:36:55.941" v="845" actId="47"/>
        <pc:sldMkLst>
          <pc:docMk/>
          <pc:sldMk cId="584522302" sldId="851"/>
        </pc:sldMkLst>
        <pc:spChg chg="mod">
          <ac:chgData name="Choi, YoungChul" userId="cffd7709-ecf3-4b88-a16d-e42124136eca" providerId="ADAL" clId="{9462CB79-8BDE-48DE-8E9C-87D1A8402DB6}" dt="2026-01-06T03:49:16.344" v="294" actId="20577"/>
          <ac:spMkLst>
            <pc:docMk/>
            <pc:sldMk cId="584522302" sldId="851"/>
            <ac:spMk id="4" creationId="{94523DCF-6B74-4AE2-AB3E-4E90B1CAA175}"/>
          </ac:spMkLst>
        </pc:spChg>
        <pc:spChg chg="mod">
          <ac:chgData name="Choi, YoungChul" userId="cffd7709-ecf3-4b88-a16d-e42124136eca" providerId="ADAL" clId="{9462CB79-8BDE-48DE-8E9C-87D1A8402DB6}" dt="2026-01-06T03:48:49.405" v="291" actId="20577"/>
          <ac:spMkLst>
            <pc:docMk/>
            <pc:sldMk cId="584522302" sldId="851"/>
            <ac:spMk id="9" creationId="{18C51226-5207-4DB4-938E-1E021F75ADC1}"/>
          </ac:spMkLst>
        </pc:spChg>
      </pc:sldChg>
      <pc:sldChg chg="modSp mod">
        <pc:chgData name="Choi, YoungChul" userId="cffd7709-ecf3-4b88-a16d-e42124136eca" providerId="ADAL" clId="{9462CB79-8BDE-48DE-8E9C-87D1A8402DB6}" dt="2026-01-06T08:20:08.190" v="595" actId="20577"/>
        <pc:sldMkLst>
          <pc:docMk/>
          <pc:sldMk cId="3476387966" sldId="852"/>
        </pc:sldMkLst>
        <pc:spChg chg="mod">
          <ac:chgData name="Choi, YoungChul" userId="cffd7709-ecf3-4b88-a16d-e42124136eca" providerId="ADAL" clId="{9462CB79-8BDE-48DE-8E9C-87D1A8402DB6}" dt="2026-01-06T08:20:08.190" v="595" actId="20577"/>
          <ac:spMkLst>
            <pc:docMk/>
            <pc:sldMk cId="3476387966" sldId="852"/>
            <ac:spMk id="4" creationId="{94523DCF-6B74-4AE2-AB3E-4E90B1CAA175}"/>
          </ac:spMkLst>
        </pc:spChg>
      </pc:sldChg>
      <pc:sldChg chg="modSp add del">
        <pc:chgData name="Choi, YoungChul" userId="cffd7709-ecf3-4b88-a16d-e42124136eca" providerId="ADAL" clId="{9462CB79-8BDE-48DE-8E9C-87D1A8402DB6}" dt="2026-01-06T08:36:55.941" v="845" actId="47"/>
        <pc:sldMkLst>
          <pc:docMk/>
          <pc:sldMk cId="3918743894" sldId="853"/>
        </pc:sldMkLst>
        <pc:spChg chg="mod">
          <ac:chgData name="Choi, YoungChul" userId="cffd7709-ecf3-4b88-a16d-e42124136eca" providerId="ADAL" clId="{9462CB79-8BDE-48DE-8E9C-87D1A8402DB6}" dt="2026-01-06T03:49:27.826" v="295"/>
          <ac:spMkLst>
            <pc:docMk/>
            <pc:sldMk cId="3918743894" sldId="853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9462CB79-8BDE-48DE-8E9C-87D1A8402DB6}" dt="2026-01-06T08:36:55.941" v="845" actId="47"/>
        <pc:sldMkLst>
          <pc:docMk/>
          <pc:sldMk cId="2229077829" sldId="854"/>
        </pc:sldMkLst>
        <pc:spChg chg="mod">
          <ac:chgData name="Choi, YoungChul" userId="cffd7709-ecf3-4b88-a16d-e42124136eca" providerId="ADAL" clId="{9462CB79-8BDE-48DE-8E9C-87D1A8402DB6}" dt="2026-01-06T03:52:57.727" v="395" actId="20577"/>
          <ac:spMkLst>
            <pc:docMk/>
            <pc:sldMk cId="2229077829" sldId="854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9462CB79-8BDE-48DE-8E9C-87D1A8402DB6}" dt="2026-01-06T08:36:55.941" v="845" actId="47"/>
        <pc:sldMkLst>
          <pc:docMk/>
          <pc:sldMk cId="3199085101" sldId="855"/>
        </pc:sldMkLst>
        <pc:spChg chg="mod">
          <ac:chgData name="Choi, YoungChul" userId="cffd7709-ecf3-4b88-a16d-e42124136eca" providerId="ADAL" clId="{9462CB79-8BDE-48DE-8E9C-87D1A8402DB6}" dt="2026-01-06T03:53:05.779" v="397" actId="20577"/>
          <ac:spMkLst>
            <pc:docMk/>
            <pc:sldMk cId="3199085101" sldId="855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9462CB79-8BDE-48DE-8E9C-87D1A8402DB6}" dt="2026-01-06T08:36:55.941" v="845" actId="47"/>
        <pc:sldMkLst>
          <pc:docMk/>
          <pc:sldMk cId="2544308640" sldId="856"/>
        </pc:sldMkLst>
        <pc:spChg chg="mod">
          <ac:chgData name="Choi, YoungChul" userId="cffd7709-ecf3-4b88-a16d-e42124136eca" providerId="ADAL" clId="{9462CB79-8BDE-48DE-8E9C-87D1A8402DB6}" dt="2026-01-06T03:53:08.858" v="399" actId="20577"/>
          <ac:spMkLst>
            <pc:docMk/>
            <pc:sldMk cId="2544308640" sldId="856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9462CB79-8BDE-48DE-8E9C-87D1A8402DB6}" dt="2026-01-06T08:36:55.941" v="845" actId="47"/>
        <pc:sldMkLst>
          <pc:docMk/>
          <pc:sldMk cId="1907574944" sldId="857"/>
        </pc:sldMkLst>
        <pc:spChg chg="mod">
          <ac:chgData name="Choi, YoungChul" userId="cffd7709-ecf3-4b88-a16d-e42124136eca" providerId="ADAL" clId="{9462CB79-8BDE-48DE-8E9C-87D1A8402DB6}" dt="2026-01-06T03:51:53.959" v="368" actId="20577"/>
          <ac:spMkLst>
            <pc:docMk/>
            <pc:sldMk cId="1907574944" sldId="857"/>
            <ac:spMk id="4" creationId="{94523DCF-6B74-4AE2-AB3E-4E90B1CAA175}"/>
          </ac:spMkLst>
        </pc:spChg>
      </pc:sldChg>
      <pc:sldChg chg="del">
        <pc:chgData name="Choi, YoungChul" userId="cffd7709-ecf3-4b88-a16d-e42124136eca" providerId="ADAL" clId="{9462CB79-8BDE-48DE-8E9C-87D1A8402DB6}" dt="2026-01-06T08:14:34.189" v="438" actId="47"/>
        <pc:sldMkLst>
          <pc:docMk/>
          <pc:sldMk cId="619785975" sldId="858"/>
        </pc:sldMkLst>
      </pc:sldChg>
      <pc:sldChg chg="addSp delSp modSp mod">
        <pc:chgData name="Choi, YoungChul" userId="cffd7709-ecf3-4b88-a16d-e42124136eca" providerId="ADAL" clId="{9462CB79-8BDE-48DE-8E9C-87D1A8402DB6}" dt="2026-01-06T08:34:44.439" v="809"/>
        <pc:sldMkLst>
          <pc:docMk/>
          <pc:sldMk cId="4049686232" sldId="859"/>
        </pc:sldMkLst>
        <pc:spChg chg="mod">
          <ac:chgData name="Choi, YoungChul" userId="cffd7709-ecf3-4b88-a16d-e42124136eca" providerId="ADAL" clId="{9462CB79-8BDE-48DE-8E9C-87D1A8402DB6}" dt="2026-01-06T08:34:44.439" v="809"/>
          <ac:spMkLst>
            <pc:docMk/>
            <pc:sldMk cId="4049686232" sldId="859"/>
            <ac:spMk id="4" creationId="{94523DCF-6B74-4AE2-AB3E-4E90B1CAA175}"/>
          </ac:spMkLst>
        </pc:spChg>
        <pc:picChg chg="add del">
          <ac:chgData name="Choi, YoungChul" userId="cffd7709-ecf3-4b88-a16d-e42124136eca" providerId="ADAL" clId="{9462CB79-8BDE-48DE-8E9C-87D1A8402DB6}" dt="2026-01-06T08:23:49.993" v="603" actId="22"/>
          <ac:picMkLst>
            <pc:docMk/>
            <pc:sldMk cId="4049686232" sldId="859"/>
            <ac:picMk id="3" creationId="{194D35F4-1EBE-6FB4-9F57-B22007A5F153}"/>
          </ac:picMkLst>
        </pc:picChg>
        <pc:picChg chg="add mod">
          <ac:chgData name="Choi, YoungChul" userId="cffd7709-ecf3-4b88-a16d-e42124136eca" providerId="ADAL" clId="{9462CB79-8BDE-48DE-8E9C-87D1A8402DB6}" dt="2026-01-06T08:23:59.638" v="608" actId="1036"/>
          <ac:picMkLst>
            <pc:docMk/>
            <pc:sldMk cId="4049686232" sldId="859"/>
            <ac:picMk id="5" creationId="{FDB6D816-7A73-24BA-6254-813CF58BF30D}"/>
          </ac:picMkLst>
        </pc:picChg>
      </pc:sldChg>
      <pc:sldChg chg="addSp modSp mod">
        <pc:chgData name="Choi, YoungChul" userId="cffd7709-ecf3-4b88-a16d-e42124136eca" providerId="ADAL" clId="{9462CB79-8BDE-48DE-8E9C-87D1A8402DB6}" dt="2026-01-06T08:34:52.144" v="810"/>
        <pc:sldMkLst>
          <pc:docMk/>
          <pc:sldMk cId="2813959278" sldId="860"/>
        </pc:sldMkLst>
        <pc:spChg chg="mod">
          <ac:chgData name="Choi, YoungChul" userId="cffd7709-ecf3-4b88-a16d-e42124136eca" providerId="ADAL" clId="{9462CB79-8BDE-48DE-8E9C-87D1A8402DB6}" dt="2026-01-06T08:34:52.144" v="810"/>
          <ac:spMkLst>
            <pc:docMk/>
            <pc:sldMk cId="2813959278" sldId="860"/>
            <ac:spMk id="4" creationId="{94523DCF-6B74-4AE2-AB3E-4E90B1CAA175}"/>
          </ac:spMkLst>
        </pc:spChg>
        <pc:picChg chg="add mod">
          <ac:chgData name="Choi, YoungChul" userId="cffd7709-ecf3-4b88-a16d-e42124136eca" providerId="ADAL" clId="{9462CB79-8BDE-48DE-8E9C-87D1A8402DB6}" dt="2026-01-06T08:27:12.879" v="613" actId="1076"/>
          <ac:picMkLst>
            <pc:docMk/>
            <pc:sldMk cId="2813959278" sldId="860"/>
            <ac:picMk id="3" creationId="{09CB8C96-FC16-4936-8C27-A4B2729CC9FB}"/>
          </ac:picMkLst>
        </pc:picChg>
      </pc:sldChg>
      <pc:sldChg chg="addSp delSp modSp mod">
        <pc:chgData name="Choi, YoungChul" userId="cffd7709-ecf3-4b88-a16d-e42124136eca" providerId="ADAL" clId="{9462CB79-8BDE-48DE-8E9C-87D1A8402DB6}" dt="2026-01-06T08:34:56.064" v="811"/>
        <pc:sldMkLst>
          <pc:docMk/>
          <pc:sldMk cId="4011171453" sldId="861"/>
        </pc:sldMkLst>
        <pc:spChg chg="mod">
          <ac:chgData name="Choi, YoungChul" userId="cffd7709-ecf3-4b88-a16d-e42124136eca" providerId="ADAL" clId="{9462CB79-8BDE-48DE-8E9C-87D1A8402DB6}" dt="2026-01-06T08:34:56.064" v="811"/>
          <ac:spMkLst>
            <pc:docMk/>
            <pc:sldMk cId="4011171453" sldId="861"/>
            <ac:spMk id="4" creationId="{94523DCF-6B74-4AE2-AB3E-4E90B1CAA175}"/>
          </ac:spMkLst>
        </pc:spChg>
        <pc:picChg chg="add del">
          <ac:chgData name="Choi, YoungChul" userId="cffd7709-ecf3-4b88-a16d-e42124136eca" providerId="ADAL" clId="{9462CB79-8BDE-48DE-8E9C-87D1A8402DB6}" dt="2026-01-06T08:27:04.372" v="610" actId="22"/>
          <ac:picMkLst>
            <pc:docMk/>
            <pc:sldMk cId="4011171453" sldId="861"/>
            <ac:picMk id="3" creationId="{B93E3A61-6CB0-B25C-7CAD-59562194F042}"/>
          </ac:picMkLst>
        </pc:picChg>
      </pc:sldChg>
      <pc:sldChg chg="addSp modSp mod">
        <pc:chgData name="Choi, YoungChul" userId="cffd7709-ecf3-4b88-a16d-e42124136eca" providerId="ADAL" clId="{9462CB79-8BDE-48DE-8E9C-87D1A8402DB6}" dt="2026-01-06T08:23:53.594" v="605" actId="1035"/>
        <pc:sldMkLst>
          <pc:docMk/>
          <pc:sldMk cId="2177100594" sldId="862"/>
        </pc:sldMkLst>
        <pc:spChg chg="mod">
          <ac:chgData name="Choi, YoungChul" userId="cffd7709-ecf3-4b88-a16d-e42124136eca" providerId="ADAL" clId="{9462CB79-8BDE-48DE-8E9C-87D1A8402DB6}" dt="2026-01-06T08:20:33.897" v="598"/>
          <ac:spMkLst>
            <pc:docMk/>
            <pc:sldMk cId="2177100594" sldId="862"/>
            <ac:spMk id="4" creationId="{94523DCF-6B74-4AE2-AB3E-4E90B1CAA175}"/>
          </ac:spMkLst>
        </pc:spChg>
        <pc:picChg chg="add mod">
          <ac:chgData name="Choi, YoungChul" userId="cffd7709-ecf3-4b88-a16d-e42124136eca" providerId="ADAL" clId="{9462CB79-8BDE-48DE-8E9C-87D1A8402DB6}" dt="2026-01-06T08:23:53.594" v="605" actId="1035"/>
          <ac:picMkLst>
            <pc:docMk/>
            <pc:sldMk cId="2177100594" sldId="862"/>
            <ac:picMk id="3" creationId="{F69CF290-3F28-1391-6F9D-29EDFD045BCF}"/>
          </ac:picMkLst>
        </pc:picChg>
      </pc:sldChg>
      <pc:sldChg chg="addSp modSp mod">
        <pc:chgData name="Choi, YoungChul" userId="cffd7709-ecf3-4b88-a16d-e42124136eca" providerId="ADAL" clId="{9462CB79-8BDE-48DE-8E9C-87D1A8402DB6}" dt="2026-01-06T08:35:05.356" v="814"/>
        <pc:sldMkLst>
          <pc:docMk/>
          <pc:sldMk cId="126371521" sldId="864"/>
        </pc:sldMkLst>
        <pc:spChg chg="add mod">
          <ac:chgData name="Choi, YoungChul" userId="cffd7709-ecf3-4b88-a16d-e42124136eca" providerId="ADAL" clId="{9462CB79-8BDE-48DE-8E9C-87D1A8402DB6}" dt="2026-01-06T08:30:34.570" v="767" actId="113"/>
          <ac:spMkLst>
            <pc:docMk/>
            <pc:sldMk cId="126371521" sldId="864"/>
            <ac:spMk id="2" creationId="{946836F0-0905-D1BF-4EFA-D780AD6184A3}"/>
          </ac:spMkLst>
        </pc:spChg>
        <pc:spChg chg="mod">
          <ac:chgData name="Choi, YoungChul" userId="cffd7709-ecf3-4b88-a16d-e42124136eca" providerId="ADAL" clId="{9462CB79-8BDE-48DE-8E9C-87D1A8402DB6}" dt="2026-01-06T08:35:05.356" v="814"/>
          <ac:spMkLst>
            <pc:docMk/>
            <pc:sldMk cId="126371521" sldId="864"/>
            <ac:spMk id="4" creationId="{94523DCF-6B74-4AE2-AB3E-4E90B1CAA175}"/>
          </ac:spMkLst>
        </pc:spChg>
      </pc:sldChg>
      <pc:sldChg chg="modSp">
        <pc:chgData name="Choi, YoungChul" userId="cffd7709-ecf3-4b88-a16d-e42124136eca" providerId="ADAL" clId="{9462CB79-8BDE-48DE-8E9C-87D1A8402DB6}" dt="2026-01-06T08:35:18.909" v="818"/>
        <pc:sldMkLst>
          <pc:docMk/>
          <pc:sldMk cId="1619587592" sldId="865"/>
        </pc:sldMkLst>
        <pc:spChg chg="mod">
          <ac:chgData name="Choi, YoungChul" userId="cffd7709-ecf3-4b88-a16d-e42124136eca" providerId="ADAL" clId="{9462CB79-8BDE-48DE-8E9C-87D1A8402DB6}" dt="2026-01-06T08:35:18.909" v="818"/>
          <ac:spMkLst>
            <pc:docMk/>
            <pc:sldMk cId="1619587592" sldId="865"/>
            <ac:spMk id="4" creationId="{94523DCF-6B74-4AE2-AB3E-4E90B1CAA175}"/>
          </ac:spMkLst>
        </pc:spChg>
      </pc:sldChg>
      <pc:sldChg chg="modSp">
        <pc:chgData name="Choi, YoungChul" userId="cffd7709-ecf3-4b88-a16d-e42124136eca" providerId="ADAL" clId="{9462CB79-8BDE-48DE-8E9C-87D1A8402DB6}" dt="2026-01-06T08:35:21.809" v="819"/>
        <pc:sldMkLst>
          <pc:docMk/>
          <pc:sldMk cId="2400614974" sldId="866"/>
        </pc:sldMkLst>
        <pc:spChg chg="mod">
          <ac:chgData name="Choi, YoungChul" userId="cffd7709-ecf3-4b88-a16d-e42124136eca" providerId="ADAL" clId="{9462CB79-8BDE-48DE-8E9C-87D1A8402DB6}" dt="2026-01-06T08:35:21.809" v="819"/>
          <ac:spMkLst>
            <pc:docMk/>
            <pc:sldMk cId="2400614974" sldId="866"/>
            <ac:spMk id="4" creationId="{94523DCF-6B74-4AE2-AB3E-4E90B1CAA175}"/>
          </ac:spMkLst>
        </pc:spChg>
      </pc:sldChg>
      <pc:sldChg chg="modSp">
        <pc:chgData name="Choi, YoungChul" userId="cffd7709-ecf3-4b88-a16d-e42124136eca" providerId="ADAL" clId="{9462CB79-8BDE-48DE-8E9C-87D1A8402DB6}" dt="2026-01-06T08:35:08.506" v="815"/>
        <pc:sldMkLst>
          <pc:docMk/>
          <pc:sldMk cId="4267321063" sldId="867"/>
        </pc:sldMkLst>
        <pc:spChg chg="mod">
          <ac:chgData name="Choi, YoungChul" userId="cffd7709-ecf3-4b88-a16d-e42124136eca" providerId="ADAL" clId="{9462CB79-8BDE-48DE-8E9C-87D1A8402DB6}" dt="2026-01-06T08:35:08.506" v="815"/>
          <ac:spMkLst>
            <pc:docMk/>
            <pc:sldMk cId="4267321063" sldId="867"/>
            <ac:spMk id="4" creationId="{94523DCF-6B74-4AE2-AB3E-4E90B1CAA175}"/>
          </ac:spMkLst>
        </pc:spChg>
      </pc:sldChg>
      <pc:sldChg chg="modSp">
        <pc:chgData name="Choi, YoungChul" userId="cffd7709-ecf3-4b88-a16d-e42124136eca" providerId="ADAL" clId="{9462CB79-8BDE-48DE-8E9C-87D1A8402DB6}" dt="2026-01-06T08:35:11.653" v="816"/>
        <pc:sldMkLst>
          <pc:docMk/>
          <pc:sldMk cId="1273992250" sldId="868"/>
        </pc:sldMkLst>
        <pc:spChg chg="mod">
          <ac:chgData name="Choi, YoungChul" userId="cffd7709-ecf3-4b88-a16d-e42124136eca" providerId="ADAL" clId="{9462CB79-8BDE-48DE-8E9C-87D1A8402DB6}" dt="2026-01-06T08:35:11.653" v="816"/>
          <ac:spMkLst>
            <pc:docMk/>
            <pc:sldMk cId="1273992250" sldId="868"/>
            <ac:spMk id="4" creationId="{94523DCF-6B74-4AE2-AB3E-4E90B1CAA175}"/>
          </ac:spMkLst>
        </pc:spChg>
      </pc:sldChg>
      <pc:sldChg chg="modSp">
        <pc:chgData name="Choi, YoungChul" userId="cffd7709-ecf3-4b88-a16d-e42124136eca" providerId="ADAL" clId="{9462CB79-8BDE-48DE-8E9C-87D1A8402DB6}" dt="2026-01-06T08:20:29.088" v="597"/>
        <pc:sldMkLst>
          <pc:docMk/>
          <pc:sldMk cId="4278849915" sldId="869"/>
        </pc:sldMkLst>
        <pc:spChg chg="mod">
          <ac:chgData name="Choi, YoungChul" userId="cffd7709-ecf3-4b88-a16d-e42124136eca" providerId="ADAL" clId="{9462CB79-8BDE-48DE-8E9C-87D1A8402DB6}" dt="2026-01-06T08:20:29.088" v="597"/>
          <ac:spMkLst>
            <pc:docMk/>
            <pc:sldMk cId="4278849915" sldId="869"/>
            <ac:spMk id="4" creationId="{94523DCF-6B74-4AE2-AB3E-4E90B1CAA175}"/>
          </ac:spMkLst>
        </pc:spChg>
      </pc:sldChg>
      <pc:sldChg chg="modSp">
        <pc:chgData name="Choi, YoungChul" userId="cffd7709-ecf3-4b88-a16d-e42124136eca" providerId="ADAL" clId="{9462CB79-8BDE-48DE-8E9C-87D1A8402DB6}" dt="2026-01-06T08:34:59.439" v="812"/>
        <pc:sldMkLst>
          <pc:docMk/>
          <pc:sldMk cId="3112078406" sldId="870"/>
        </pc:sldMkLst>
        <pc:spChg chg="mod">
          <ac:chgData name="Choi, YoungChul" userId="cffd7709-ecf3-4b88-a16d-e42124136eca" providerId="ADAL" clId="{9462CB79-8BDE-48DE-8E9C-87D1A8402DB6}" dt="2026-01-06T08:34:59.439" v="812"/>
          <ac:spMkLst>
            <pc:docMk/>
            <pc:sldMk cId="3112078406" sldId="870"/>
            <ac:spMk id="4" creationId="{94523DCF-6B74-4AE2-AB3E-4E90B1CAA175}"/>
          </ac:spMkLst>
        </pc:spChg>
      </pc:sldChg>
      <pc:sldChg chg="modSp mod">
        <pc:chgData name="Choi, YoungChul" userId="cffd7709-ecf3-4b88-a16d-e42124136eca" providerId="ADAL" clId="{9462CB79-8BDE-48DE-8E9C-87D1A8402DB6}" dt="2026-01-06T08:35:15.283" v="817"/>
        <pc:sldMkLst>
          <pc:docMk/>
          <pc:sldMk cId="2719474221" sldId="871"/>
        </pc:sldMkLst>
        <pc:spChg chg="mod">
          <ac:chgData name="Choi, YoungChul" userId="cffd7709-ecf3-4b88-a16d-e42124136eca" providerId="ADAL" clId="{9462CB79-8BDE-48DE-8E9C-87D1A8402DB6}" dt="2026-01-06T08:35:15.283" v="817"/>
          <ac:spMkLst>
            <pc:docMk/>
            <pc:sldMk cId="2719474221" sldId="871"/>
            <ac:spMk id="4" creationId="{94523DCF-6B74-4AE2-AB3E-4E90B1CAA175}"/>
          </ac:spMkLst>
        </pc:spChg>
        <pc:spChg chg="mod">
          <ac:chgData name="Choi, YoungChul" userId="cffd7709-ecf3-4b88-a16d-e42124136eca" providerId="ADAL" clId="{9462CB79-8BDE-48DE-8E9C-87D1A8402DB6}" dt="2026-01-06T08:34:00.997" v="807" actId="115"/>
          <ac:spMkLst>
            <pc:docMk/>
            <pc:sldMk cId="2719474221" sldId="871"/>
            <ac:spMk id="9" creationId="{18C51226-5207-4DB4-938E-1E021F75ADC1}"/>
          </ac:spMkLst>
        </pc:spChg>
      </pc:sldChg>
      <pc:sldChg chg="modSp add del mod modNotesTx">
        <pc:chgData name="Choi, YoungChul" userId="cffd7709-ecf3-4b88-a16d-e42124136eca" providerId="ADAL" clId="{9462CB79-8BDE-48DE-8E9C-87D1A8402DB6}" dt="2026-01-06T08:36:56.885" v="846" actId="47"/>
        <pc:sldMkLst>
          <pc:docMk/>
          <pc:sldMk cId="2310416498" sldId="872"/>
        </pc:sldMkLst>
        <pc:spChg chg="mod">
          <ac:chgData name="Choi, YoungChul" userId="cffd7709-ecf3-4b88-a16d-e42124136eca" providerId="ADAL" clId="{9462CB79-8BDE-48DE-8E9C-87D1A8402DB6}" dt="2026-01-06T03:31:58.514" v="28" actId="20577"/>
          <ac:spMkLst>
            <pc:docMk/>
            <pc:sldMk cId="2310416498" sldId="872"/>
            <ac:spMk id="4" creationId="{B2F33FFC-514D-913C-EA59-AAA1121D69F6}"/>
          </ac:spMkLst>
        </pc:spChg>
        <pc:spChg chg="mod">
          <ac:chgData name="Choi, YoungChul" userId="cffd7709-ecf3-4b88-a16d-e42124136eca" providerId="ADAL" clId="{9462CB79-8BDE-48DE-8E9C-87D1A8402DB6}" dt="2026-01-06T03:51:11.211" v="352" actId="20577"/>
          <ac:spMkLst>
            <pc:docMk/>
            <pc:sldMk cId="2310416498" sldId="872"/>
            <ac:spMk id="9" creationId="{0F2872B6-C491-6D49-A591-50C08EA73970}"/>
          </ac:spMkLst>
        </pc:spChg>
      </pc:sldChg>
      <pc:sldChg chg="modSp add del mod">
        <pc:chgData name="Choi, YoungChul" userId="cffd7709-ecf3-4b88-a16d-e42124136eca" providerId="ADAL" clId="{9462CB79-8BDE-48DE-8E9C-87D1A8402DB6}" dt="2026-01-07T05:47:04.757" v="893" actId="47"/>
        <pc:sldMkLst>
          <pc:docMk/>
          <pc:sldMk cId="2688441928" sldId="873"/>
        </pc:sldMkLst>
        <pc:spChg chg="mod">
          <ac:chgData name="Choi, YoungChul" userId="cffd7709-ecf3-4b88-a16d-e42124136eca" providerId="ADAL" clId="{9462CB79-8BDE-48DE-8E9C-87D1A8402DB6}" dt="2026-01-06T03:37:53.538" v="109" actId="27636"/>
          <ac:spMkLst>
            <pc:docMk/>
            <pc:sldMk cId="2688441928" sldId="873"/>
            <ac:spMk id="9" creationId="{68DECBAE-04CA-4C2F-5B7E-66B8DC08F528}"/>
          </ac:spMkLst>
        </pc:spChg>
      </pc:sldChg>
      <pc:sldChg chg="modSp add del mod modNotesTx">
        <pc:chgData name="Choi, YoungChul" userId="cffd7709-ecf3-4b88-a16d-e42124136eca" providerId="ADAL" clId="{9462CB79-8BDE-48DE-8E9C-87D1A8402DB6}" dt="2026-01-06T08:36:55.941" v="845" actId="47"/>
        <pc:sldMkLst>
          <pc:docMk/>
          <pc:sldMk cId="558422527" sldId="874"/>
        </pc:sldMkLst>
        <pc:spChg chg="mod">
          <ac:chgData name="Choi, YoungChul" userId="cffd7709-ecf3-4b88-a16d-e42124136eca" providerId="ADAL" clId="{9462CB79-8BDE-48DE-8E9C-87D1A8402DB6}" dt="2026-01-06T03:50:40.941" v="312" actId="20577"/>
          <ac:spMkLst>
            <pc:docMk/>
            <pc:sldMk cId="558422527" sldId="874"/>
            <ac:spMk id="4" creationId="{0C876BBC-F8A0-8294-8BB7-02BB2D7BA0CB}"/>
          </ac:spMkLst>
        </pc:spChg>
        <pc:spChg chg="mod">
          <ac:chgData name="Choi, YoungChul" userId="cffd7709-ecf3-4b88-a16d-e42124136eca" providerId="ADAL" clId="{9462CB79-8BDE-48DE-8E9C-87D1A8402DB6}" dt="2026-01-06T03:53:13.749" v="406" actId="20577"/>
          <ac:spMkLst>
            <pc:docMk/>
            <pc:sldMk cId="558422527" sldId="874"/>
            <ac:spMk id="9" creationId="{CD2971FB-E82A-2760-B3EF-F0EE486FD2C7}"/>
          </ac:spMkLst>
        </pc:spChg>
      </pc:sldChg>
      <pc:sldChg chg="modSp add mod">
        <pc:chgData name="Choi, YoungChul" userId="cffd7709-ecf3-4b88-a16d-e42124136eca" providerId="ADAL" clId="{9462CB79-8BDE-48DE-8E9C-87D1A8402DB6}" dt="2026-01-06T08:35:02.526" v="813"/>
        <pc:sldMkLst>
          <pc:docMk/>
          <pc:sldMk cId="3511119843" sldId="875"/>
        </pc:sldMkLst>
        <pc:spChg chg="mod">
          <ac:chgData name="Choi, YoungChul" userId="cffd7709-ecf3-4b88-a16d-e42124136eca" providerId="ADAL" clId="{9462CB79-8BDE-48DE-8E9C-87D1A8402DB6}" dt="2026-01-06T08:35:02.526" v="813"/>
          <ac:spMkLst>
            <pc:docMk/>
            <pc:sldMk cId="3511119843" sldId="875"/>
            <ac:spMk id="4" creationId="{6F9B82ED-3114-95F8-33B7-5CCAE9D0F6A9}"/>
          </ac:spMkLst>
        </pc:spChg>
        <pc:spChg chg="mod">
          <ac:chgData name="Choi, YoungChul" userId="cffd7709-ecf3-4b88-a16d-e42124136eca" providerId="ADAL" clId="{9462CB79-8BDE-48DE-8E9C-87D1A8402DB6}" dt="2026-01-06T08:32:11.079" v="793" actId="20577"/>
          <ac:spMkLst>
            <pc:docMk/>
            <pc:sldMk cId="3511119843" sldId="875"/>
            <ac:spMk id="5" creationId="{8D5420C5-253A-65ED-DFFC-224DB3E2FC26}"/>
          </ac:spMkLst>
        </pc:spChg>
        <pc:spChg chg="mod">
          <ac:chgData name="Choi, YoungChul" userId="cffd7709-ecf3-4b88-a16d-e42124136eca" providerId="ADAL" clId="{9462CB79-8BDE-48DE-8E9C-87D1A8402DB6}" dt="2026-01-06T08:33:03.588" v="805"/>
          <ac:spMkLst>
            <pc:docMk/>
            <pc:sldMk cId="3511119843" sldId="875"/>
            <ac:spMk id="9" creationId="{2E912AC7-FA87-2A23-BBA3-8ADF229710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1/6/2026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I’d like to give you a quick introduction to </a:t>
            </a:r>
            <a:r>
              <a:rPr lang="en-US" b="1" dirty="0" err="1"/>
              <a:t>ClaymoreUW</a:t>
            </a:r>
            <a:r>
              <a:rPr lang="en-US" dirty="0"/>
              <a:t>, the tsunami modeling tool I’ve been using.</a:t>
            </a:r>
            <a:br>
              <a:rPr lang="en-US" dirty="0"/>
            </a:br>
            <a:r>
              <a:rPr lang="en-US" dirty="0"/>
              <a:t>I’ll walk you through what it is and show you how to run a sample simulation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the tutorial will go:</a:t>
            </a:r>
            <a:br>
              <a:rPr lang="en-US" dirty="0"/>
            </a:br>
            <a:r>
              <a:rPr lang="en-US" dirty="0"/>
              <a:t>First, we’ll </a:t>
            </a:r>
            <a:r>
              <a:rPr lang="en-US" b="1" dirty="0"/>
              <a:t>clone the </a:t>
            </a:r>
            <a:r>
              <a:rPr lang="en-US" b="1" dirty="0" err="1"/>
              <a:t>ClaymoreUW</a:t>
            </a:r>
            <a:r>
              <a:rPr lang="en-US" b="1" dirty="0"/>
              <a:t> GitHub repository</a:t>
            </a:r>
            <a:r>
              <a:rPr lang="en-US" dirty="0"/>
              <a:t>, set up the simulation environment, and compile it locally.</a:t>
            </a:r>
            <a:br>
              <a:rPr lang="en-US" dirty="0"/>
            </a:br>
            <a:r>
              <a:rPr lang="en-US" dirty="0"/>
              <a:t>The compilation usually takes about over </a:t>
            </a:r>
            <a:r>
              <a:rPr lang="en-US" b="1" dirty="0"/>
              <a:t>30 minutes</a:t>
            </a:r>
            <a:r>
              <a:rPr lang="en-US" dirty="0"/>
              <a:t>, so while that’s happening, I’ll explain how to set input parameters—things like </a:t>
            </a:r>
            <a:r>
              <a:rPr lang="en-US" b="1" dirty="0"/>
              <a:t>wave types, bathymetry, debris, sensors, and forest structures</a:t>
            </a:r>
            <a:r>
              <a:rPr lang="en-US" dirty="0"/>
              <a:t>—and then run a sample simulation.</a:t>
            </a:r>
            <a:br>
              <a:rPr lang="en-US" dirty="0"/>
            </a:br>
            <a:r>
              <a:rPr lang="en-US" dirty="0"/>
              <a:t>We’ll also take a quick look at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21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open the terminal in </a:t>
            </a:r>
            <a:r>
              <a:rPr lang="en-US" b="1" dirty="0"/>
              <a:t>VS Code</a:t>
            </a:r>
            <a:r>
              <a:rPr lang="en-US" dirty="0"/>
              <a:t>, go into </a:t>
            </a:r>
            <a:r>
              <a:rPr lang="en-US" b="1" dirty="0"/>
              <a:t>WSL</a:t>
            </a:r>
            <a:r>
              <a:rPr lang="en-US" dirty="0"/>
              <a:t>, and clone the GitHub repository.</a:t>
            </a:r>
            <a:br>
              <a:rPr lang="en-US" dirty="0"/>
            </a:br>
            <a:r>
              <a:rPr lang="en-US" dirty="0"/>
              <a:t>This will copy all the necessary program files into your WSL folder.</a:t>
            </a:r>
          </a:p>
          <a:p>
            <a:endParaRPr lang="en-US" dirty="0"/>
          </a:p>
          <a:p>
            <a:r>
              <a:rPr lang="en-US" dirty="0"/>
              <a:t>But to actually run the program, you need to </a:t>
            </a:r>
            <a:r>
              <a:rPr lang="en-US" b="1" dirty="0"/>
              <a:t>compile it locally</a:t>
            </a:r>
            <a:r>
              <a:rPr lang="en-US" dirty="0"/>
              <a:t>.</a:t>
            </a:r>
          </a:p>
          <a:p>
            <a:r>
              <a:rPr lang="en-US" dirty="0"/>
              <a:t>Before you compile, make sure to edit your </a:t>
            </a:r>
            <a:r>
              <a:rPr lang="en-US" b="1" dirty="0"/>
              <a:t>.</a:t>
            </a:r>
            <a:r>
              <a:rPr lang="en-US" b="1" dirty="0" err="1"/>
              <a:t>cmake</a:t>
            </a:r>
            <a:r>
              <a:rPr lang="en-US" b="1" dirty="0"/>
              <a:t> file</a:t>
            </a:r>
            <a:r>
              <a:rPr lang="en-US" dirty="0"/>
              <a:t> depending on your GPU setup, and check that your </a:t>
            </a:r>
            <a:r>
              <a:rPr lang="en-US" b="1" dirty="0" err="1"/>
              <a:t>nvcc</a:t>
            </a:r>
            <a:r>
              <a:rPr lang="en-US" b="1" dirty="0"/>
              <a:t> and </a:t>
            </a:r>
            <a:r>
              <a:rPr lang="en-US" b="1" dirty="0" err="1"/>
              <a:t>gcc</a:t>
            </a:r>
            <a:r>
              <a:rPr lang="en-US" b="1" dirty="0"/>
              <a:t> versions</a:t>
            </a:r>
            <a:r>
              <a:rPr lang="en-US" dirty="0"/>
              <a:t> are compatible—otherwise, you’ll get build errors at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48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here’s how you build the program locally.</a:t>
            </a:r>
            <a:br>
              <a:rPr lang="en-US" dirty="0"/>
            </a:br>
            <a:r>
              <a:rPr lang="en-US" dirty="0"/>
              <a:t>Just follow the steps shown here—it usually takes more than </a:t>
            </a:r>
            <a:r>
              <a:rPr lang="en-US" b="1" dirty="0"/>
              <a:t>30 minutes, so</a:t>
            </a:r>
            <a:r>
              <a:rPr lang="en-US" dirty="0"/>
              <a:t> I’ll skip this part. </a:t>
            </a:r>
          </a:p>
          <a:p>
            <a:r>
              <a:rPr lang="en-US" dirty="0"/>
              <a:t>But if you have question on this step, please reach out to me because it requires some trouble shooting depending on your </a:t>
            </a:r>
            <a:r>
              <a:rPr lang="en-US" dirty="0" err="1"/>
              <a:t>gpu</a:t>
            </a:r>
            <a:r>
              <a:rPr lang="en-US" dirty="0"/>
              <a:t> model. </a:t>
            </a:r>
          </a:p>
          <a:p>
            <a:endParaRPr lang="en-US" dirty="0"/>
          </a:p>
          <a:p>
            <a:r>
              <a:rPr lang="en-US" dirty="0"/>
              <a:t>One important thing:</a:t>
            </a:r>
            <a:br>
              <a:rPr lang="en-US" dirty="0"/>
            </a:br>
            <a:r>
              <a:rPr lang="en-US" dirty="0"/>
              <a:t>Before you run </a:t>
            </a:r>
            <a:r>
              <a:rPr lang="en-US" dirty="0" err="1"/>
              <a:t>sh</a:t>
            </a:r>
            <a:r>
              <a:rPr lang="en-US" dirty="0"/>
              <a:t> local_build.sh, go into Projects/OSU_LWF/</a:t>
            </a:r>
            <a:r>
              <a:rPr lang="en-US" dirty="0" err="1"/>
              <a:t>setting.h</a:t>
            </a:r>
            <a:r>
              <a:rPr lang="en-US" dirty="0"/>
              <a:t> and adjust the simulation settings as needed.</a:t>
            </a:r>
            <a:br>
              <a:rPr lang="en-US" dirty="0"/>
            </a:br>
            <a:r>
              <a:rPr lang="en-US" dirty="0"/>
              <a:t>For example, if you want to use </a:t>
            </a:r>
            <a:r>
              <a:rPr lang="en-US" b="1" dirty="0"/>
              <a:t>multiple GPUs</a:t>
            </a:r>
            <a:r>
              <a:rPr lang="en-US" dirty="0"/>
              <a:t> or run a </a:t>
            </a:r>
            <a:r>
              <a:rPr lang="en-US" b="1" dirty="0"/>
              <a:t>high-resolution simulation</a:t>
            </a:r>
            <a:r>
              <a:rPr lang="en-US" dirty="0"/>
              <a:t> with </a:t>
            </a:r>
            <a:r>
              <a:rPr lang="en-US" b="1" dirty="0"/>
              <a:t>2.5 cm grid size</a:t>
            </a:r>
            <a:r>
              <a:rPr lang="en-US" dirty="0"/>
              <a:t>, you’ll need to set that up here </a:t>
            </a:r>
            <a:r>
              <a:rPr lang="en-US" b="1" dirty="0"/>
              <a:t>before compiling</a:t>
            </a:r>
            <a:r>
              <a:rPr lang="en-US" dirty="0"/>
              <a:t>, so the changes are actually applied.</a:t>
            </a:r>
          </a:p>
          <a:p>
            <a:endParaRPr lang="en-US" dirty="0"/>
          </a:p>
          <a:p>
            <a:r>
              <a:rPr lang="ko-KR" altLang="en-US" dirty="0"/>
              <a:t>여기서 </a:t>
            </a:r>
            <a:r>
              <a:rPr lang="ko-KR" altLang="en-US" dirty="0" err="1"/>
              <a:t>못기다리니까</a:t>
            </a:r>
            <a:r>
              <a:rPr lang="en-US" altLang="ko-KR" dirty="0"/>
              <a:t>, </a:t>
            </a:r>
            <a:r>
              <a:rPr lang="en-US" altLang="ko-KR" dirty="0" err="1"/>
              <a:t>ClaymoreUW_Tutorial</a:t>
            </a:r>
            <a:r>
              <a:rPr lang="en-US" altLang="ko-KR" dirty="0"/>
              <a:t>/my-claymore </a:t>
            </a:r>
            <a:r>
              <a:rPr lang="ko-KR" altLang="en-US" dirty="0" err="1"/>
              <a:t>폴더가서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바로 </a:t>
            </a:r>
            <a:r>
              <a:rPr lang="en-US" altLang="ko-KR" dirty="0"/>
              <a:t>JSON </a:t>
            </a:r>
            <a:r>
              <a:rPr lang="ko-KR" altLang="en-US" dirty="0"/>
              <a:t>파일 설명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87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41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26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00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CDCDCD"/>
                </a:solidFill>
                <a:effectLst/>
                <a:latin typeface="Google Sans"/>
              </a:rPr>
              <a:t>CFL number is </a:t>
            </a:r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a dimensionless parameter, typically between 0 and 1, that determines the stability of the numerical scheme</a:t>
            </a:r>
          </a:p>
          <a:p>
            <a:endParaRPr lang="en-US" b="0" i="0" dirty="0">
              <a:solidFill>
                <a:srgbClr val="FFFFFF"/>
              </a:solidFill>
              <a:effectLst/>
              <a:latin typeface="Google Sans"/>
            </a:endParaRP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Bulk modulus : a measure of the ability of a substance to withstand changes in volume when under compression  (2.2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Google Sans"/>
              </a:rPr>
              <a:t>Gpa</a:t>
            </a:r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1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35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looks like the </a:t>
            </a:r>
            <a:r>
              <a:rPr lang="en-US" b="1" dirty="0"/>
              <a:t>bathymetry coordinates are embedded</a:t>
            </a:r>
            <a:r>
              <a:rPr lang="en-US" dirty="0"/>
              <a:t>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50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77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7163-62E8-A16D-A8D4-3C67463B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A6D28-BC8C-1A16-3FAC-274B0D650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53062-E1A3-D5FA-DCA3-409BF7A31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DA1F1-5F90-5838-78DC-8CF258765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96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1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looks like the </a:t>
            </a:r>
            <a:r>
              <a:rPr lang="en-US" b="1" dirty="0"/>
              <a:t>bathymetry coordinates are embedded</a:t>
            </a:r>
            <a:r>
              <a:rPr lang="en-US" dirty="0"/>
              <a:t>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55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60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39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49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6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 err="1">
                <a:solidFill>
                  <a:srgbClr val="BF5700"/>
                </a:solidFill>
                <a:latin typeface="Arial Black" charset="0"/>
              </a:rPr>
              <a:t>Youngchul</a:t>
            </a:r>
            <a:r>
              <a:rPr lang="en-US" sz="1050" b="0" i="0" cap="all" baseline="0" dirty="0">
                <a:solidFill>
                  <a:srgbClr val="BF5700"/>
                </a:solidFill>
                <a:latin typeface="Arial Black" charset="0"/>
              </a:rPr>
              <a:t> choi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solidFill>
                  <a:srgbClr val="BF5700"/>
                </a:solidFill>
              </a:rPr>
              <a:t>Master’s Student </a:t>
            </a:r>
            <a:r>
              <a:rPr lang="en-US" altLang="ko-KR" sz="1050" dirty="0">
                <a:solidFill>
                  <a:srgbClr val="BF5700"/>
                </a:solidFill>
              </a:rPr>
              <a:t>in</a:t>
            </a:r>
            <a:r>
              <a:rPr lang="ko-KR" altLang="en-US" sz="1050" dirty="0">
                <a:solidFill>
                  <a:srgbClr val="BF5700"/>
                </a:solidFill>
              </a:rPr>
              <a:t> </a:t>
            </a:r>
            <a:r>
              <a:rPr lang="en-US" sz="1050" dirty="0">
                <a:solidFill>
                  <a:srgbClr val="BF5700"/>
                </a:solidFill>
              </a:rPr>
              <a:t>Coastal Hazards Lab at</a:t>
            </a:r>
            <a:r>
              <a:rPr lang="en-US" sz="1050" baseline="0" dirty="0">
                <a:solidFill>
                  <a:srgbClr val="BF5700"/>
                </a:solidFill>
              </a:rPr>
              <a:t> The University of Texas at Austin</a:t>
            </a:r>
            <a:endParaRPr lang="en-US" sz="1050" dirty="0">
              <a:solidFill>
                <a:srgbClr val="BF5700"/>
              </a:solidFill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solidFill>
                  <a:srgbClr val="BF5700"/>
                </a:solidFill>
                <a:latin typeface="Arial Black" charset="0"/>
              </a:rPr>
              <a:t>Jan 5</a:t>
            </a:r>
            <a:r>
              <a:rPr lang="en-US" sz="1200" b="0" i="0" cap="all" baseline="0" dirty="0">
                <a:solidFill>
                  <a:srgbClr val="BF5700"/>
                </a:solidFill>
                <a:latin typeface="Arial Black" charset="0"/>
              </a:rPr>
              <a:t> 2026</a:t>
            </a:r>
            <a:endParaRPr lang="en-US" sz="1200" b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Parameter Setting 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err="1">
                <a:solidFill>
                  <a:srgbClr val="BF5700"/>
                </a:solidFill>
              </a:rPr>
              <a:t>ClaymoreUW</a:t>
            </a:r>
            <a:r>
              <a:rPr lang="en-US" dirty="0">
                <a:solidFill>
                  <a:srgbClr val="BF5700"/>
                </a:solidFill>
              </a:rPr>
              <a:t> using Material Point Method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: Running Sample simulation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Items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Cuda setting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Simulation setting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Input Parameters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144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1: CUDA setting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Change the corresponding GPUs compute capability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vim </a:t>
            </a:r>
            <a:r>
              <a:rPr lang="en-US" sz="1600" dirty="0" err="1"/>
              <a:t>setup_cuda.cmake</a:t>
            </a:r>
            <a:endParaRPr 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set(TARGET_CUDA_ARCH -arch=sm_89)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set(CMAKE_CUDA_ARCHITECTURES 89)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specs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nvidia-smi</a:t>
            </a:r>
            <a:endParaRPr lang="en-US" sz="1600" dirty="0">
              <a:highlight>
                <a:srgbClr val="C0C0C0"/>
              </a:highlight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NVIDIA RTX 2000 Ada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nvcc</a:t>
            </a:r>
            <a:r>
              <a:rPr lang="en-US" sz="1600" dirty="0">
                <a:highlight>
                  <a:srgbClr val="C0C0C0"/>
                </a:highlight>
              </a:rPr>
              <a:t> --version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cuda_12.0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sudo</a:t>
            </a:r>
            <a:r>
              <a:rPr lang="en-US" sz="1200" dirty="0"/>
              <a:t> apt-get install cuda-12-0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gcc</a:t>
            </a:r>
            <a:r>
              <a:rPr lang="en-US" sz="1600" dirty="0">
                <a:highlight>
                  <a:srgbClr val="C0C0C0"/>
                </a:highlight>
              </a:rPr>
              <a:t> --version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</a:t>
            </a:r>
            <a:r>
              <a:rPr lang="en-US" sz="1200" dirty="0" err="1"/>
              <a:t>gcc</a:t>
            </a:r>
            <a:r>
              <a:rPr lang="en-US" sz="1200" dirty="0"/>
              <a:t> (Ubuntu 10.5.0-1ubuntu1~22.04) 10.5.0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sz="1200" dirty="0"/>
              <a:t>sudo update-alternatives --install /usr/bin/gcc gcc /usr/bin/gcc-9 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5866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2: Simulation Setting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After Build and before Compile you must adjust </a:t>
            </a:r>
            <a:r>
              <a:rPr lang="en-US" sz="2000" dirty="0" err="1"/>
              <a:t>Setting.h</a:t>
            </a:r>
            <a:r>
              <a:rPr lang="en-US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cd Projects/OSU_LWF/</a:t>
            </a:r>
            <a:r>
              <a:rPr lang="en-US" sz="1600" dirty="0" err="1"/>
              <a:t>setting.h</a:t>
            </a:r>
            <a:endParaRPr 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* GPU set-up.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g_device_cnt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IMPORTANT. Num. GPUs to compile for. Default 1.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3</a:t>
            </a:r>
            <a:endParaRPr lang="en-US" sz="12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* Grid set-up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DOMAIN_BITS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Domain resolution. 8 -&gt; (2^8)^3 grid-nodes. Increase = finer grids.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12</a:t>
            </a:r>
            <a:endParaRPr lang="en-US" sz="12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* Grids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g_max_active_block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25000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Max active blocks in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gridBlocks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Preallocated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can resize. Lower = less memory used.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200,000</a:t>
            </a:r>
            <a:endParaRPr lang="en-US" sz="12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* Particles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g_max_particle_num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4000000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Max no. particles. Very important, affects memory usage and performance.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Preallocated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can resize.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200,000,000</a:t>
            </a:r>
          </a:p>
        </p:txBody>
      </p:sp>
    </p:spTree>
    <p:extLst>
      <p:ext uri="{BB962C8B-B14F-4D97-AF65-F5344CB8AC3E}">
        <p14:creationId xmlns:p14="http://schemas.microsoft.com/office/powerpoint/2010/main" val="152043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</a:t>
            </a:r>
            <a:r>
              <a:rPr lang="en-US" sz="1400" dirty="0"/>
              <a:t>(Bonus, 2023 – 4.8 </a:t>
            </a:r>
            <a:r>
              <a:rPr lang="en-US" sz="1400" dirty="0" err="1"/>
              <a:t>ClaymoreUW</a:t>
            </a:r>
            <a:r>
              <a:rPr lang="en-US" sz="1400" dirty="0"/>
              <a:t> User Guide; p76)</a:t>
            </a:r>
            <a:r>
              <a:rPr lang="en-US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"simulation": { }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"models": [{ }]	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"device":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"material":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"algorithm":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"geometry": [{...}, ...], 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"output": {...},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"grid-boundaries": [{...}, ...],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"grid-sensors": [{...}, ...],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"particle-sensors": [{...}, ...]</a:t>
            </a:r>
          </a:p>
        </p:txBody>
      </p:sp>
    </p:spTree>
    <p:extLst>
      <p:ext uri="{BB962C8B-B14F-4D97-AF65-F5344CB8AC3E}">
        <p14:creationId xmlns:p14="http://schemas.microsoft.com/office/powerpoint/2010/main" val="347638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</a:t>
            </a:r>
            <a:r>
              <a:rPr lang="en-US" sz="1400" dirty="0"/>
              <a:t>(Bonus, 2023 – 4.8 </a:t>
            </a:r>
            <a:r>
              <a:rPr lang="en-US" sz="1400" dirty="0" err="1"/>
              <a:t>ClaymoreUW</a:t>
            </a:r>
            <a:r>
              <a:rPr lang="en-US" sz="1400" dirty="0"/>
              <a:t> User Guide; p76)</a:t>
            </a:r>
            <a:r>
              <a:rPr lang="en-US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"simulation": { }  			</a:t>
            </a:r>
            <a:r>
              <a:rPr lang="en-US" sz="1600" dirty="0">
                <a:solidFill>
                  <a:srgbClr val="C00000"/>
                </a:solidFill>
              </a:rPr>
              <a:t>- grid size, time-step, duration, frame per second,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"models": [{ }]     			</a:t>
            </a:r>
            <a:r>
              <a:rPr lang="en-US" sz="1600" dirty="0">
                <a:solidFill>
                  <a:srgbClr val="C00000"/>
                </a:solidFill>
              </a:rPr>
              <a:t>- fluid, solid box, etc.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"device":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"material":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"algorithm":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"geometry": [{...}, ...], 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"output": {...},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"grid-boundaries": [{...}, ...], </a:t>
            </a:r>
            <a:r>
              <a:rPr lang="en-US" sz="1600" dirty="0">
                <a:solidFill>
                  <a:srgbClr val="C00000"/>
                </a:solidFill>
              </a:rPr>
              <a:t>- wall, bathymetry,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"grid-sensors": [{...}, ...],  	 </a:t>
            </a:r>
            <a:r>
              <a:rPr lang="en-US" sz="1600" dirty="0">
                <a:solidFill>
                  <a:srgbClr val="C00000"/>
                </a:solidFill>
              </a:rPr>
              <a:t>- velocity, force, etc.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"particle-sensors": [{...}, ...]	 </a:t>
            </a:r>
            <a:r>
              <a:rPr lang="en-US" sz="1600" dirty="0">
                <a:solidFill>
                  <a:srgbClr val="C00000"/>
                </a:solidFill>
              </a:rPr>
              <a:t>- water level, location etc.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884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simulation</a:t>
            </a:r>
          </a:p>
          <a:p>
            <a:pPr marL="57150" indent="0">
              <a:buNone/>
            </a:pPr>
            <a:r>
              <a:rPr lang="en-US" sz="1700" dirty="0"/>
              <a:t>	"simulation": {</a:t>
            </a:r>
          </a:p>
          <a:p>
            <a:pPr marL="57150" indent="0">
              <a:buNone/>
            </a:pPr>
            <a:r>
              <a:rPr lang="en-US" sz="1600" dirty="0"/>
              <a:t>		"gravity": [0.0, -9.80665, 0.0],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"fps": 10,</a:t>
            </a:r>
          </a:p>
          <a:p>
            <a:pPr marL="57150" indent="0">
              <a:buNone/>
            </a:pPr>
            <a:r>
              <a:rPr lang="en-US" sz="1600" b="1" dirty="0"/>
              <a:t>		"frames": 320,</a:t>
            </a:r>
          </a:p>
          <a:p>
            <a:pPr marL="57150" indent="0">
              <a:buNone/>
            </a:pPr>
            <a:r>
              <a:rPr lang="en-US" sz="1600" b="1" dirty="0"/>
              <a:t>		"time": 0,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"</a:t>
            </a:r>
            <a:r>
              <a:rPr lang="en-US" sz="1600" b="1" dirty="0" err="1"/>
              <a:t>default_dt</a:t>
            </a:r>
            <a:r>
              <a:rPr lang="en-US" sz="1600" b="1" dirty="0"/>
              <a:t>": 0.5e-4,</a:t>
            </a:r>
          </a:p>
          <a:p>
            <a:pPr marL="57150" indent="0">
              <a:buNone/>
            </a:pPr>
            <a:r>
              <a:rPr lang="en-US" sz="1600" b="1" dirty="0"/>
              <a:t>		"</a:t>
            </a:r>
            <a:r>
              <a:rPr lang="en-US" sz="1600" b="1" dirty="0" err="1"/>
              <a:t>default_dx</a:t>
            </a:r>
            <a:r>
              <a:rPr lang="en-US" sz="1600" b="1" dirty="0"/>
              <a:t>": 0.05,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"domain": [90, 4.5, 3.65],</a:t>
            </a:r>
          </a:p>
          <a:p>
            <a:pPr marL="57150" indent="0">
              <a:buNone/>
            </a:pPr>
            <a:r>
              <a:rPr lang="en-US" sz="1600" dirty="0"/>
              <a:t>		"</a:t>
            </a:r>
            <a:r>
              <a:rPr lang="en-US" sz="1600" dirty="0" err="1"/>
              <a:t>save_suffix</a:t>
            </a:r>
            <a:r>
              <a:rPr lang="en-US" sz="1600" dirty="0"/>
              <a:t>": ".</a:t>
            </a:r>
            <a:r>
              <a:rPr lang="en-US" sz="1600" dirty="0" err="1"/>
              <a:t>bgeo</a:t>
            </a:r>
            <a:r>
              <a:rPr lang="en-US" sz="1600" dirty="0"/>
              <a:t>",</a:t>
            </a:r>
          </a:p>
          <a:p>
            <a:pPr marL="57150" indent="0">
              <a:buNone/>
            </a:pPr>
            <a:r>
              <a:rPr lang="en-US" sz="1600" b="1" dirty="0"/>
              <a:t>		"</a:t>
            </a:r>
            <a:r>
              <a:rPr lang="en-US" sz="1600" b="1" dirty="0" err="1"/>
              <a:t>particles_output_exterior_only</a:t>
            </a:r>
            <a:r>
              <a:rPr lang="en-US" sz="1600" b="1" dirty="0"/>
              <a:t>": false,</a:t>
            </a:r>
          </a:p>
          <a:p>
            <a:pPr marL="57150" indent="0">
              <a:buNone/>
            </a:pPr>
            <a:r>
              <a:rPr lang="en-US" sz="1600" dirty="0"/>
              <a:t>		"</a:t>
            </a:r>
            <a:r>
              <a:rPr lang="en-US" sz="1600" dirty="0" err="1"/>
              <a:t>froude_scaling</a:t>
            </a:r>
            <a:r>
              <a:rPr lang="en-US" sz="1600" dirty="0"/>
              <a:t>": 1.0</a:t>
            </a:r>
          </a:p>
          <a:p>
            <a:pPr marL="57150" indent="0">
              <a:buNone/>
            </a:pPr>
            <a:r>
              <a:rPr lang="en-US" sz="1600" dirty="0"/>
              <a:t>	},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CF290-3F28-1391-6F9D-29EDFD04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809750"/>
            <a:ext cx="3578518" cy="244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0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/>
              <a:t>Process 3: Input Parameters</a:t>
            </a:r>
            <a:endParaRPr lang="en-US" sz="2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device / material</a:t>
            </a:r>
          </a:p>
          <a:p>
            <a:pPr marL="57150" indent="0">
              <a:buNone/>
            </a:pPr>
            <a:r>
              <a:rPr lang="en-US" sz="19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	</a:t>
            </a:r>
            <a:r>
              <a:rPr lang="en-US" sz="1600" b="1" dirty="0"/>
              <a:t>"</a:t>
            </a:r>
            <a:r>
              <a:rPr lang="en-US" sz="1600" b="1" dirty="0" err="1"/>
              <a:t>gpu</a:t>
            </a:r>
            <a:r>
              <a:rPr lang="en-US" sz="1600" b="1" dirty="0"/>
              <a:t>": 0,</a:t>
            </a:r>
          </a:p>
          <a:p>
            <a:pPr marL="57150" indent="0">
              <a:buNone/>
            </a:pPr>
            <a:r>
              <a:rPr lang="en-US" sz="1600" b="1" dirty="0"/>
              <a:t>			"model": 0,</a:t>
            </a:r>
          </a:p>
          <a:p>
            <a:pPr marL="57150" indent="0">
              <a:buNone/>
            </a:pPr>
            <a:r>
              <a:rPr lang="en-US" sz="1600" dirty="0"/>
              <a:t>			"material": {</a:t>
            </a:r>
          </a:p>
          <a:p>
            <a:pPr marL="57150" indent="0">
              <a:buNone/>
            </a:pPr>
            <a:r>
              <a:rPr lang="en-US" sz="1600" b="1" dirty="0"/>
              <a:t>				"type": "particles",</a:t>
            </a:r>
          </a:p>
          <a:p>
            <a:pPr marL="57150" indent="0">
              <a:buNone/>
            </a:pPr>
            <a:r>
              <a:rPr lang="en-US" sz="1600" b="1" dirty="0"/>
              <a:t>				"constitutive": "</a:t>
            </a:r>
            <a:r>
              <a:rPr lang="en-US" sz="1600" b="1" dirty="0" err="1"/>
              <a:t>JFluid</a:t>
            </a:r>
            <a:r>
              <a:rPr lang="en-US" sz="1600" b="1" dirty="0"/>
              <a:t>",</a:t>
            </a:r>
          </a:p>
          <a:p>
            <a:pPr marL="57150" indent="0">
              <a:buNone/>
            </a:pPr>
            <a:r>
              <a:rPr lang="en-US" sz="1600" dirty="0"/>
              <a:t>			</a:t>
            </a:r>
            <a:r>
              <a:rPr lang="en-US" sz="1600" b="1" dirty="0"/>
              <a:t>	"CFL": 0.425,</a:t>
            </a:r>
          </a:p>
          <a:p>
            <a:pPr marL="57150" indent="0">
              <a:buNone/>
            </a:pPr>
            <a:r>
              <a:rPr lang="en-US" sz="1600" b="1" dirty="0"/>
              <a:t>				"rho": 998.0,</a:t>
            </a:r>
          </a:p>
          <a:p>
            <a:pPr marL="57150" indent="0">
              <a:buNone/>
            </a:pPr>
            <a:r>
              <a:rPr lang="en-US" sz="1600" b="1" dirty="0"/>
              <a:t>				"</a:t>
            </a:r>
            <a:r>
              <a:rPr lang="en-US" sz="1600" b="1" dirty="0" err="1"/>
              <a:t>bulk_modulus</a:t>
            </a:r>
            <a:r>
              <a:rPr lang="en-US" sz="1600" b="1" dirty="0"/>
              <a:t>": 2.0e8,</a:t>
            </a:r>
          </a:p>
          <a:p>
            <a:pPr marL="57150" indent="0">
              <a:buNone/>
            </a:pPr>
            <a:r>
              <a:rPr lang="en-US" sz="1600" dirty="0"/>
              <a:t>				"gamma": 7.125,</a:t>
            </a:r>
          </a:p>
          <a:p>
            <a:pPr marL="57150" indent="0">
              <a:buNone/>
            </a:pPr>
            <a:r>
              <a:rPr lang="en-US" sz="1600" dirty="0"/>
              <a:t>				"viscosity": 0.001</a:t>
            </a:r>
          </a:p>
          <a:p>
            <a:pPr marL="57150" indent="0">
              <a:buNone/>
            </a:pPr>
            <a:r>
              <a:rPr lang="en-US" sz="1600" dirty="0"/>
              <a:t>			},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6D816-7A73-24BA-6254-813CF58BF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800208"/>
            <a:ext cx="3578518" cy="244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8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models- algorithm</a:t>
            </a:r>
          </a:p>
          <a:p>
            <a:pPr marL="57150" indent="0">
              <a:buNone/>
            </a:pPr>
            <a:r>
              <a:rPr lang="en-US" sz="16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	"algorithm": {</a:t>
            </a:r>
          </a:p>
          <a:p>
            <a:pPr marL="57150" indent="0">
              <a:buNone/>
            </a:pPr>
            <a:r>
              <a:rPr lang="en-US" sz="1600" dirty="0"/>
              <a:t>			</a:t>
            </a:r>
            <a:r>
              <a:rPr lang="en-US" sz="1600" b="1" dirty="0"/>
              <a:t>	"</a:t>
            </a:r>
            <a:r>
              <a:rPr lang="en-US" sz="1600" b="1" dirty="0" err="1"/>
              <a:t>ppc</a:t>
            </a:r>
            <a:r>
              <a:rPr lang="en-US" sz="1600" b="1" dirty="0"/>
              <a:t>": 8.0000,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use_FEM</a:t>
            </a:r>
            <a:r>
              <a:rPr lang="en-US" sz="1600" dirty="0"/>
              <a:t>": false,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use_</a:t>
            </a:r>
            <a:r>
              <a:rPr lang="en-US" sz="1600" b="1" dirty="0" err="1"/>
              <a:t>ASFLIP</a:t>
            </a:r>
            <a:r>
              <a:rPr lang="en-US" sz="1600" dirty="0"/>
              <a:t>": false,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use_</a:t>
            </a:r>
            <a:r>
              <a:rPr lang="en-US" sz="1600" b="1" dirty="0" err="1"/>
              <a:t>FBAR</a:t>
            </a:r>
            <a:r>
              <a:rPr lang="en-US" sz="1600" dirty="0"/>
              <a:t>": true,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ASFLIP_alpha</a:t>
            </a:r>
            <a:r>
              <a:rPr lang="en-US" sz="1600" dirty="0"/>
              <a:t>": 0.0,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ASFLIP_beta_min</a:t>
            </a:r>
            <a:r>
              <a:rPr lang="en-US" sz="1600" dirty="0"/>
              <a:t>": 0.0,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ASFLIP_beta_max</a:t>
            </a:r>
            <a:r>
              <a:rPr lang="en-US" sz="1600" dirty="0"/>
              <a:t>": 0.0,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FBAR_psi</a:t>
            </a:r>
            <a:r>
              <a:rPr lang="en-US" sz="1600" dirty="0"/>
              <a:t>": 0.98,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FBAR_fused_kernel</a:t>
            </a:r>
            <a:r>
              <a:rPr lang="en-US" sz="1600" dirty="0"/>
              <a:t>": true</a:t>
            </a:r>
          </a:p>
          <a:p>
            <a:pPr marL="57150" indent="0">
              <a:buNone/>
            </a:pPr>
            <a:r>
              <a:rPr lang="en-US" sz="1600" dirty="0"/>
              <a:t>			},</a:t>
            </a:r>
          </a:p>
          <a:p>
            <a:pPr marL="57150" indent="0">
              <a:buNone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B8C96-FC16-4936-8C27-A4B2729CC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276350"/>
            <a:ext cx="2812445" cy="366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59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Key Parameters Overview – models – geometry (fluid)</a:t>
            </a:r>
          </a:p>
          <a:p>
            <a:pPr marL="57150" indent="0">
              <a:buNone/>
            </a:pPr>
            <a:r>
              <a:rPr lang="en-US" sz="16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	"geometry": [</a:t>
            </a:r>
          </a:p>
          <a:p>
            <a:pPr marL="57150" indent="0">
              <a:buNone/>
            </a:pPr>
            <a:r>
              <a:rPr lang="en-US" sz="1600" dirty="0"/>
              <a:t>				{</a:t>
            </a:r>
          </a:p>
          <a:p>
            <a:pPr marL="57150" indent="0">
              <a:buNone/>
            </a:pPr>
            <a:r>
              <a:rPr lang="en-US" sz="1600" dirty="0"/>
              <a:t>					</a:t>
            </a:r>
            <a:r>
              <a:rPr lang="en-US" sz="1600" b="1" dirty="0"/>
              <a:t>"object": "OSU LWF",</a:t>
            </a:r>
          </a:p>
          <a:p>
            <a:pPr marL="57150" indent="0">
              <a:buNone/>
            </a:pPr>
            <a:r>
              <a:rPr lang="en-US" sz="1600" dirty="0"/>
              <a:t>					"operation": "Add",</a:t>
            </a:r>
          </a:p>
          <a:p>
            <a:pPr marL="57150" indent="0">
              <a:buNone/>
            </a:pPr>
            <a:r>
              <a:rPr lang="en-US" sz="1600" dirty="0"/>
              <a:t>					"span": [88.1, 1.85, 0.05],</a:t>
            </a:r>
          </a:p>
          <a:p>
            <a:pPr marL="57150" indent="0">
              <a:buNone/>
            </a:pPr>
            <a:r>
              <a:rPr lang="en-US" sz="1600" dirty="0"/>
              <a:t>					"offset": [1.9, 0.0, 0.0],</a:t>
            </a:r>
          </a:p>
          <a:p>
            <a:pPr marL="57150" indent="0">
              <a:buNone/>
            </a:pPr>
            <a:r>
              <a:rPr lang="en-US" sz="1600" dirty="0"/>
              <a:t>					"array": [1, 1, 1],</a:t>
            </a:r>
          </a:p>
          <a:p>
            <a:pPr marL="57150" indent="0">
              <a:buNone/>
            </a:pPr>
            <a:r>
              <a:rPr lang="en-US" sz="1600" dirty="0"/>
              <a:t>					"spacing": [0.0, 0.0, 0.0],</a:t>
            </a:r>
          </a:p>
          <a:p>
            <a:pPr marL="57150" indent="0">
              <a:buNone/>
            </a:pPr>
            <a:r>
              <a:rPr lang="en-US" sz="1600" dirty="0"/>
              <a:t>				}</a:t>
            </a:r>
          </a:p>
          <a:p>
            <a:pPr marL="57150" indent="0">
              <a:buNone/>
            </a:pPr>
            <a:r>
              <a:rPr lang="en-US" sz="1600" dirty="0"/>
              <a:t>			],</a:t>
            </a:r>
          </a:p>
        </p:txBody>
      </p:sp>
    </p:spTree>
    <p:extLst>
      <p:ext uri="{BB962C8B-B14F-4D97-AF65-F5344CB8AC3E}">
        <p14:creationId xmlns:p14="http://schemas.microsoft.com/office/powerpoint/2010/main" val="401117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3550"/>
            <a:ext cx="8382000" cy="3048000"/>
          </a:xfrm>
        </p:spPr>
        <p:txBody>
          <a:bodyPr numCol="2">
            <a:normAutofit lnSpcReduction="10000"/>
          </a:bodyPr>
          <a:lstStyle/>
          <a:p>
            <a:pPr marL="57150" indent="0">
              <a:buNone/>
            </a:pPr>
            <a:r>
              <a:rPr lang="en-US" sz="1200" dirty="0"/>
              <a:t>	</a:t>
            </a:r>
            <a:r>
              <a:rPr lang="en-US" sz="1300" dirty="0"/>
              <a:t>"bodies": [</a:t>
            </a:r>
          </a:p>
          <a:p>
            <a:pPr marL="400050" lvl="1" indent="0">
              <a:buNone/>
            </a:pPr>
            <a:r>
              <a:rPr lang="en-US" sz="1300" dirty="0"/>
              <a:t>                {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"object": "Box",</a:t>
            </a:r>
          </a:p>
          <a:p>
            <a:pPr marL="400050" lvl="1" indent="0">
              <a:buNone/>
            </a:pPr>
            <a:r>
              <a:rPr lang="en-US" sz="1300" b="1" dirty="0"/>
              <a:t>                    "operation": "Add",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"span": [88.1, 1.75, 3.65],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"offset": [1.9, 0.0, 0.0]</a:t>
            </a:r>
          </a:p>
          <a:p>
            <a:pPr marL="400050" lvl="1" indent="0">
              <a:buNone/>
            </a:pPr>
            <a:r>
              <a:rPr lang="en-US" sz="1300" dirty="0"/>
              <a:t>                },</a:t>
            </a:r>
          </a:p>
          <a:p>
            <a:pPr marL="400050" lvl="1" indent="0">
              <a:buNone/>
            </a:pPr>
            <a:r>
              <a:rPr lang="en-US" sz="1300" dirty="0"/>
              <a:t>                {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"object": "Bathymetry",</a:t>
            </a:r>
          </a:p>
          <a:p>
            <a:pPr marL="400050" lvl="1" indent="0">
              <a:buNone/>
            </a:pPr>
            <a:r>
              <a:rPr lang="en-US" sz="1300" b="1" dirty="0"/>
              <a:t>                    "operation": "Subtract",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</a:t>
            </a:r>
            <a:r>
              <a:rPr lang="en-US" sz="1300" u="sng" dirty="0"/>
              <a:t>"</a:t>
            </a:r>
            <a:r>
              <a:rPr lang="en-US" sz="1300" u="sng" dirty="0" err="1"/>
              <a:t>use_custom_bathymetry</a:t>
            </a:r>
            <a:r>
              <a:rPr lang="en-US" sz="1300" u="sng" dirty="0"/>
              <a:t>": true</a:t>
            </a:r>
            <a:r>
              <a:rPr lang="en-US" sz="1300" dirty="0"/>
              <a:t>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</a:t>
            </a:r>
            <a:r>
              <a:rPr lang="en-US" sz="1300" dirty="0" err="1"/>
              <a:t>domain_start</a:t>
            </a:r>
            <a:r>
              <a:rPr lang="en-US" sz="1300" dirty="0"/>
              <a:t>": [0,0,0],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</a:t>
            </a:r>
            <a:r>
              <a:rPr lang="en-US" sz="1300" dirty="0" err="1"/>
              <a:t>domain_end</a:t>
            </a:r>
            <a:r>
              <a:rPr lang="en-US" sz="1300" dirty="0"/>
              <a:t>": [90, 4.5, 3.65],</a:t>
            </a:r>
          </a:p>
          <a:p>
            <a:pPr marL="400050" lvl="1" indent="0">
              <a:buNone/>
            </a:pPr>
            <a:r>
              <a:rPr lang="en-US" sz="1300" dirty="0"/>
              <a:t>"bathymetry": [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[0.0, 0.175],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[19.70, 0.175],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[23.35, 0.175],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[34.35, 1.125],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[49.00, 1.725],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[74.60, 1.725],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[89.45, 2.625],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[90.00, 2.625]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]</a:t>
            </a:r>
          </a:p>
          <a:p>
            <a:pPr marL="400050" lvl="1" indent="0">
              <a:buNone/>
            </a:pPr>
            <a:r>
              <a:rPr lang="en-US" sz="1300" dirty="0"/>
              <a:t>                }</a:t>
            </a:r>
          </a:p>
          <a:p>
            <a:pPr marL="57150" indent="0">
              <a:buNone/>
            </a:pPr>
            <a:r>
              <a:rPr lang="en-US" sz="1300" dirty="0"/>
              <a:t>		</a:t>
            </a:r>
            <a:r>
              <a:rPr lang="en-US" sz="1200" dirty="0"/>
              <a:t>	],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F84726-6BD5-49F7-8C7C-BFFC5474C377}"/>
              </a:ext>
            </a:extLst>
          </p:cNvPr>
          <p:cNvSpPr txBox="1">
            <a:spLocks/>
          </p:cNvSpPr>
          <p:nvPr/>
        </p:nvSpPr>
        <p:spPr>
          <a:xfrm>
            <a:off x="457200" y="1276350"/>
            <a:ext cx="8229600" cy="381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geometry</a:t>
            </a:r>
            <a:r>
              <a:rPr lang="en-US" sz="2000" dirty="0">
                <a:solidFill>
                  <a:srgbClr val="C00000"/>
                </a:solidFill>
              </a:rPr>
              <a:t>(Custom)</a:t>
            </a:r>
          </a:p>
        </p:txBody>
      </p:sp>
    </p:spTree>
    <p:extLst>
      <p:ext uri="{BB962C8B-B14F-4D97-AF65-F5344CB8AC3E}">
        <p14:creationId xmlns:p14="http://schemas.microsoft.com/office/powerpoint/2010/main" val="311207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296A-3322-2C72-B9D4-807979FD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9B82ED-3114-95F8-33B7-5CCAE9D0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912AC7-FA87-2A23-BBA3-8ADF22971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3550"/>
            <a:ext cx="8382000" cy="3048000"/>
          </a:xfrm>
        </p:spPr>
        <p:txBody>
          <a:bodyPr numCol="2">
            <a:normAutofit/>
          </a:bodyPr>
          <a:lstStyle/>
          <a:p>
            <a:pPr marL="57150" indent="0">
              <a:buNone/>
            </a:pPr>
            <a:r>
              <a:rPr lang="en-US" sz="1200" dirty="0"/>
              <a:t> "geometry": [</a:t>
            </a:r>
          </a:p>
          <a:p>
            <a:pPr marL="57150" indent="0">
              <a:buNone/>
            </a:pPr>
            <a:r>
              <a:rPr lang="en-US" sz="1200" dirty="0"/>
              <a:t>                {</a:t>
            </a:r>
          </a:p>
          <a:p>
            <a:pPr marL="57150" indent="0">
              <a:buNone/>
            </a:pPr>
            <a:r>
              <a:rPr lang="en-US" sz="1200" dirty="0"/>
              <a:t>                    "object": "file",</a:t>
            </a:r>
          </a:p>
          <a:p>
            <a:pPr marL="57150" indent="0">
              <a:buNone/>
            </a:pPr>
            <a:r>
              <a:rPr lang="en-US" sz="1200" dirty="0"/>
              <a:t>                    "operation": "Add",</a:t>
            </a:r>
          </a:p>
          <a:p>
            <a:pPr marL="57150" indent="0">
              <a:buNone/>
            </a:pPr>
            <a:r>
              <a:rPr lang="en-US" sz="1200" dirty="0"/>
              <a:t>                    "file": "../cp/model[0]_dev[1]_frame[40].</a:t>
            </a:r>
            <a:r>
              <a:rPr lang="en-US" sz="1200" dirty="0" err="1"/>
              <a:t>bgeo</a:t>
            </a:r>
            <a:r>
              <a:rPr lang="en-US" sz="1200" dirty="0"/>
              <a:t>",</a:t>
            </a:r>
          </a:p>
          <a:p>
            <a:pPr marL="57150" indent="0">
              <a:buNone/>
            </a:pPr>
            <a:r>
              <a:rPr lang="en-US" sz="1200" dirty="0"/>
              <a:t>                    "spacing": [</a:t>
            </a:r>
          </a:p>
          <a:p>
            <a:pPr marL="57150" indent="0">
              <a:buNone/>
            </a:pPr>
            <a:r>
              <a:rPr lang="en-US" sz="1200" dirty="0"/>
              <a:t>                        0.0,</a:t>
            </a:r>
          </a:p>
          <a:p>
            <a:pPr marL="57150" indent="0">
              <a:buNone/>
            </a:pPr>
            <a:r>
              <a:rPr lang="en-US" sz="1200" dirty="0"/>
              <a:t>                        0.0,</a:t>
            </a:r>
          </a:p>
          <a:p>
            <a:pPr marL="57150" indent="0">
              <a:buNone/>
            </a:pPr>
            <a:r>
              <a:rPr lang="en-US" sz="1200" dirty="0"/>
              <a:t>                        0.05</a:t>
            </a:r>
          </a:p>
          <a:p>
            <a:pPr marL="57150" indent="0">
              <a:buNone/>
            </a:pPr>
            <a:r>
              <a:rPr lang="en-US" sz="1200" dirty="0"/>
              <a:t>                    ],</a:t>
            </a:r>
          </a:p>
          <a:p>
            <a:pPr marL="57150" indent="0">
              <a:buNone/>
            </a:pPr>
            <a:r>
              <a:rPr lang="en-US" sz="1200" dirty="0"/>
              <a:t>                    "array": [</a:t>
            </a:r>
          </a:p>
          <a:p>
            <a:pPr marL="57150" indent="0">
              <a:buNone/>
            </a:pPr>
            <a:r>
              <a:rPr lang="en-US" sz="1200" dirty="0"/>
              <a:t>                        1,</a:t>
            </a:r>
          </a:p>
          <a:p>
            <a:pPr marL="57150" indent="0">
              <a:buNone/>
            </a:pPr>
            <a:r>
              <a:rPr lang="en-US" sz="1200" dirty="0"/>
              <a:t>                        1,</a:t>
            </a:r>
          </a:p>
          <a:p>
            <a:pPr marL="57150" indent="0">
              <a:buNone/>
            </a:pPr>
            <a:r>
              <a:rPr lang="en-US" sz="1200" dirty="0"/>
              <a:t>                        73</a:t>
            </a:r>
          </a:p>
          <a:p>
            <a:pPr marL="57150" indent="0">
              <a:buNone/>
            </a:pPr>
            <a:r>
              <a:rPr lang="en-US" sz="1200" dirty="0"/>
              <a:t>                    ],</a:t>
            </a:r>
          </a:p>
          <a:p>
            <a:pPr marL="57150" indent="0">
              <a:buNone/>
            </a:pPr>
            <a:r>
              <a:rPr lang="en-US" sz="1200" dirty="0"/>
              <a:t>                    "</a:t>
            </a:r>
            <a:r>
              <a:rPr lang="en-US" sz="1200" dirty="0" err="1"/>
              <a:t>has_attributes</a:t>
            </a:r>
            <a:r>
              <a:rPr lang="en-US" sz="1200" dirty="0"/>
              <a:t>": true,</a:t>
            </a:r>
          </a:p>
          <a:p>
            <a:pPr marL="57150" indent="0">
              <a:buNone/>
            </a:pPr>
            <a:r>
              <a:rPr lang="en-US" sz="1200" dirty="0"/>
              <a:t>                    "</a:t>
            </a:r>
            <a:r>
              <a:rPr lang="en-US" sz="1200" dirty="0" err="1"/>
              <a:t>input_attribs</a:t>
            </a:r>
            <a:r>
              <a:rPr lang="en-US" sz="1200" dirty="0"/>
              <a:t>": [</a:t>
            </a:r>
          </a:p>
          <a:p>
            <a:pPr marL="57150" indent="0">
              <a:buNone/>
            </a:pPr>
            <a:r>
              <a:rPr lang="en-US" sz="1200" dirty="0"/>
              <a:t>                        "J",</a:t>
            </a:r>
          </a:p>
          <a:p>
            <a:pPr marL="57150" indent="0">
              <a:buNone/>
            </a:pPr>
            <a:r>
              <a:rPr lang="en-US" sz="1200" dirty="0"/>
              <a:t>                        "</a:t>
            </a:r>
            <a:r>
              <a:rPr lang="en-US" sz="1200" dirty="0" err="1"/>
              <a:t>Velocity_X</a:t>
            </a:r>
            <a:r>
              <a:rPr lang="en-US" sz="1200" dirty="0"/>
              <a:t>",</a:t>
            </a:r>
          </a:p>
          <a:p>
            <a:pPr marL="57150" indent="0">
              <a:buNone/>
            </a:pPr>
            <a:r>
              <a:rPr lang="en-US" sz="1200" dirty="0"/>
              <a:t>                        "</a:t>
            </a:r>
            <a:r>
              <a:rPr lang="en-US" sz="1200" dirty="0" err="1"/>
              <a:t>Velocity_Y</a:t>
            </a:r>
            <a:r>
              <a:rPr lang="en-US" sz="1200" dirty="0"/>
              <a:t>",</a:t>
            </a:r>
          </a:p>
          <a:p>
            <a:pPr marL="57150" indent="0">
              <a:buNone/>
            </a:pPr>
            <a:r>
              <a:rPr lang="en-US" sz="1200" dirty="0"/>
              <a:t>                        "</a:t>
            </a:r>
            <a:r>
              <a:rPr lang="en-US" sz="1200" dirty="0" err="1"/>
              <a:t>Velocity_Z</a:t>
            </a:r>
            <a:r>
              <a:rPr lang="en-US" sz="1200" dirty="0"/>
              <a:t>",</a:t>
            </a:r>
          </a:p>
          <a:p>
            <a:pPr marL="57150" indent="0">
              <a:buNone/>
            </a:pPr>
            <a:r>
              <a:rPr lang="en-US" sz="1200" dirty="0"/>
              <a:t>                        "</a:t>
            </a:r>
            <a:r>
              <a:rPr lang="en-US" sz="1200" dirty="0" err="1"/>
              <a:t>JBar</a:t>
            </a:r>
            <a:r>
              <a:rPr lang="en-US" sz="1200" dirty="0"/>
              <a:t>",</a:t>
            </a:r>
          </a:p>
          <a:p>
            <a:pPr marL="57150" indent="0">
              <a:buNone/>
            </a:pPr>
            <a:r>
              <a:rPr lang="en-US" sz="1200" dirty="0"/>
              <a:t>                        "ID"</a:t>
            </a:r>
          </a:p>
          <a:p>
            <a:pPr marL="57150" indent="0">
              <a:buNone/>
            </a:pPr>
            <a:r>
              <a:rPr lang="en-US" sz="1200" dirty="0"/>
              <a:t>                    ]</a:t>
            </a:r>
          </a:p>
          <a:p>
            <a:pPr marL="57150" indent="0">
              <a:buNone/>
            </a:pPr>
            <a:r>
              <a:rPr lang="en-US" sz="1200" dirty="0"/>
              <a:t>                }</a:t>
            </a:r>
          </a:p>
          <a:p>
            <a:pPr marL="57150" indent="0">
              <a:buNone/>
            </a:pPr>
            <a:r>
              <a:rPr lang="en-US" sz="1200" dirty="0"/>
              <a:t>            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5420C5-253A-65ED-DFFC-224DB3E2FC26}"/>
              </a:ext>
            </a:extLst>
          </p:cNvPr>
          <p:cNvSpPr txBox="1">
            <a:spLocks/>
          </p:cNvSpPr>
          <p:nvPr/>
        </p:nvSpPr>
        <p:spPr>
          <a:xfrm>
            <a:off x="457200" y="1276350"/>
            <a:ext cx="8229600" cy="381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geometry</a:t>
            </a:r>
            <a:r>
              <a:rPr lang="en-US" sz="2000" dirty="0">
                <a:solidFill>
                  <a:srgbClr val="C00000"/>
                </a:solidFill>
              </a:rPr>
              <a:t>(resume checkpoint)</a:t>
            </a:r>
          </a:p>
        </p:txBody>
      </p:sp>
    </p:spTree>
    <p:extLst>
      <p:ext uri="{BB962C8B-B14F-4D97-AF65-F5344CB8AC3E}">
        <p14:creationId xmlns:p14="http://schemas.microsoft.com/office/powerpoint/2010/main" val="351111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output</a:t>
            </a:r>
          </a:p>
          <a:p>
            <a:pPr marL="57150" indent="0">
              <a:buNone/>
            </a:pPr>
            <a:r>
              <a:rPr lang="en-US" sz="16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	"</a:t>
            </a:r>
            <a:r>
              <a:rPr lang="en-US" sz="1600" b="1" dirty="0" err="1"/>
              <a:t>output_attribs</a:t>
            </a:r>
            <a:r>
              <a:rPr lang="en-US" sz="1600" b="1" dirty="0"/>
              <a:t>": ["ID", "Pressure", "</a:t>
            </a:r>
            <a:r>
              <a:rPr lang="en-US" sz="1600" b="1" dirty="0" err="1"/>
              <a:t>Velocity_X</a:t>
            </a:r>
            <a:r>
              <a:rPr lang="en-US" sz="1600" b="1" dirty="0"/>
              <a:t>", "</a:t>
            </a:r>
            <a:r>
              <a:rPr lang="en-US" sz="1600" b="1" dirty="0" err="1"/>
              <a:t>Velocity_Y</a:t>
            </a:r>
            <a:r>
              <a:rPr lang="en-US" sz="1600" b="1" dirty="0"/>
              <a:t>"],</a:t>
            </a:r>
          </a:p>
          <a:p>
            <a:pPr marL="57150" indent="0">
              <a:buNone/>
            </a:pPr>
            <a:r>
              <a:rPr lang="en-US" sz="1600" dirty="0"/>
              <a:t>			"</a:t>
            </a:r>
            <a:r>
              <a:rPr lang="en-US" sz="1600" dirty="0" err="1"/>
              <a:t>track_attribs</a:t>
            </a:r>
            <a:r>
              <a:rPr lang="en-US" sz="1600" dirty="0"/>
              <a:t>": ["</a:t>
            </a:r>
            <a:r>
              <a:rPr lang="en-US" sz="1600" dirty="0" err="1"/>
              <a:t>Position_X</a:t>
            </a:r>
            <a:r>
              <a:rPr lang="en-US" sz="1600" dirty="0"/>
              <a:t>"],</a:t>
            </a:r>
          </a:p>
          <a:p>
            <a:pPr marL="57150" indent="0">
              <a:buNone/>
            </a:pPr>
            <a:r>
              <a:rPr lang="en-US" sz="1600" dirty="0"/>
              <a:t>			"</a:t>
            </a:r>
            <a:r>
              <a:rPr lang="en-US" sz="1600" dirty="0" err="1"/>
              <a:t>target_attribs</a:t>
            </a:r>
            <a:r>
              <a:rPr lang="en-US" sz="1600" dirty="0"/>
              <a:t>": ["</a:t>
            </a:r>
            <a:r>
              <a:rPr lang="en-US" sz="1600" dirty="0" err="1"/>
              <a:t>Position_Y</a:t>
            </a:r>
            <a:r>
              <a:rPr lang="en-US" sz="1600" dirty="0"/>
              <a:t>"],</a:t>
            </a:r>
          </a:p>
          <a:p>
            <a:pPr marL="57150" indent="0">
              <a:buNone/>
            </a:pPr>
            <a:endParaRPr lang="en-US" sz="1600" dirty="0"/>
          </a:p>
          <a:p>
            <a:pPr marL="57150" indent="0">
              <a:buNone/>
            </a:pPr>
            <a:r>
              <a:rPr lang="en-US" sz="1600" dirty="0"/>
              <a:t>			"velocity": [0.0, 0.0, 0.0],</a:t>
            </a:r>
          </a:p>
          <a:p>
            <a:pPr marL="57150" indent="0">
              <a:buNone/>
            </a:pPr>
            <a:r>
              <a:rPr lang="en-US" sz="1600" dirty="0"/>
              <a:t>			"</a:t>
            </a:r>
            <a:r>
              <a:rPr lang="en-US" sz="1600" dirty="0" err="1"/>
              <a:t>track_particle_id</a:t>
            </a:r>
            <a:r>
              <a:rPr lang="en-US" sz="1600" dirty="0"/>
              <a:t>": [0],</a:t>
            </a:r>
          </a:p>
          <a:p>
            <a:pPr marL="57150" indent="0">
              <a:buNone/>
            </a:pPr>
            <a:r>
              <a:rPr lang="en-US" sz="1600" b="1" dirty="0"/>
              <a:t>			"</a:t>
            </a:r>
            <a:r>
              <a:rPr lang="en-US" sz="1600" b="1" dirty="0" err="1"/>
              <a:t>partition_start</a:t>
            </a:r>
            <a:r>
              <a:rPr lang="en-US" sz="1600" b="1" dirty="0"/>
              <a:t>": [0.0, 0.0, 0.0],</a:t>
            </a:r>
          </a:p>
          <a:p>
            <a:pPr marL="57150" indent="0">
              <a:buNone/>
            </a:pPr>
            <a:r>
              <a:rPr lang="en-US" sz="1600" b="1" dirty="0"/>
              <a:t>			"</a:t>
            </a:r>
            <a:r>
              <a:rPr lang="en-US" sz="1600" b="1" dirty="0" err="1"/>
              <a:t>partition_end</a:t>
            </a:r>
            <a:r>
              <a:rPr lang="en-US" sz="1600" b="1" dirty="0"/>
              <a:t>": [89.1, 1.85, 0.05]</a:t>
            </a:r>
          </a:p>
          <a:p>
            <a:pPr marL="57150" indent="0">
              <a:buNone/>
            </a:pPr>
            <a:r>
              <a:rPr lang="en-US" sz="1600" dirty="0"/>
              <a:t>		},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6836F0-0905-D1BF-4EFA-D780AD6184A3}"/>
              </a:ext>
            </a:extLst>
          </p:cNvPr>
          <p:cNvSpPr txBox="1">
            <a:spLocks/>
          </p:cNvSpPr>
          <p:nvPr/>
        </p:nvSpPr>
        <p:spPr>
          <a:xfrm>
            <a:off x="5562600" y="2562936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</a:rPr>
              <a:t>To use </a:t>
            </a:r>
            <a:r>
              <a:rPr lang="en-US" sz="1200" b="1" dirty="0">
                <a:solidFill>
                  <a:srgbClr val="FF0000"/>
                </a:solidFill>
              </a:rPr>
              <a:t>checkpoint – resume function.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FF0000"/>
                </a:solidFill>
              </a:rPr>
              <a:t>Output_attributs</a:t>
            </a:r>
            <a:r>
              <a:rPr lang="en-US" sz="1200" dirty="0">
                <a:solidFill>
                  <a:srgbClr val="FF0000"/>
                </a:solidFill>
              </a:rPr>
              <a:t> must be set as ‘</a:t>
            </a:r>
          </a:p>
          <a:p>
            <a:pPr marL="0" indent="0">
              <a:buNone/>
            </a:pPr>
            <a:r>
              <a:rPr lang="en-US" sz="1200" dirty="0"/>
              <a:t>            "</a:t>
            </a:r>
            <a:r>
              <a:rPr lang="en-US" sz="1200" dirty="0" err="1"/>
              <a:t>output_attribs</a:t>
            </a:r>
            <a:r>
              <a:rPr lang="en-US" sz="1200" dirty="0"/>
              <a:t>": [</a:t>
            </a:r>
          </a:p>
          <a:p>
            <a:pPr marL="0" indent="0">
              <a:buNone/>
            </a:pPr>
            <a:r>
              <a:rPr lang="en-US" sz="1200" dirty="0"/>
              <a:t>                "J",</a:t>
            </a:r>
          </a:p>
          <a:p>
            <a:pPr marL="0" indent="0">
              <a:buNone/>
            </a:pPr>
            <a:r>
              <a:rPr lang="en-US" sz="1200" dirty="0"/>
              <a:t>                "</a:t>
            </a:r>
            <a:r>
              <a:rPr lang="en-US" sz="1200" dirty="0" err="1"/>
              <a:t>Velocity_X</a:t>
            </a:r>
            <a:r>
              <a:rPr lang="en-US" sz="1200" dirty="0"/>
              <a:t>",</a:t>
            </a:r>
          </a:p>
          <a:p>
            <a:pPr marL="0" indent="0">
              <a:buNone/>
            </a:pPr>
            <a:r>
              <a:rPr lang="en-US" sz="1200" dirty="0"/>
              <a:t>                "</a:t>
            </a:r>
            <a:r>
              <a:rPr lang="en-US" sz="1200" dirty="0" err="1"/>
              <a:t>Velocity_Y</a:t>
            </a:r>
            <a:r>
              <a:rPr lang="en-US" sz="1200" dirty="0"/>
              <a:t>",</a:t>
            </a:r>
          </a:p>
          <a:p>
            <a:pPr marL="0" indent="0">
              <a:buNone/>
            </a:pPr>
            <a:r>
              <a:rPr lang="en-US" sz="1200" dirty="0"/>
              <a:t>                "</a:t>
            </a:r>
            <a:r>
              <a:rPr lang="en-US" sz="1200" dirty="0" err="1"/>
              <a:t>Velocity_Z</a:t>
            </a:r>
            <a:r>
              <a:rPr lang="en-US" sz="1200" dirty="0"/>
              <a:t>",</a:t>
            </a:r>
          </a:p>
          <a:p>
            <a:pPr marL="0" indent="0">
              <a:buNone/>
            </a:pPr>
            <a:r>
              <a:rPr lang="en-US" sz="1200" dirty="0"/>
              <a:t>                "</a:t>
            </a:r>
            <a:r>
              <a:rPr lang="en-US" sz="1200" dirty="0" err="1"/>
              <a:t>JBar</a:t>
            </a:r>
            <a:r>
              <a:rPr lang="en-US" sz="1200" dirty="0"/>
              <a:t>",</a:t>
            </a:r>
          </a:p>
          <a:p>
            <a:pPr marL="0" indent="0">
              <a:buNone/>
            </a:pPr>
            <a:r>
              <a:rPr lang="en-US" sz="1200" dirty="0"/>
              <a:t>                "ID"</a:t>
            </a:r>
          </a:p>
          <a:p>
            <a:pPr marL="0" indent="0">
              <a:buNone/>
            </a:pPr>
            <a:r>
              <a:rPr lang="en-US" sz="1200" dirty="0"/>
              <a:t>            ],</a:t>
            </a:r>
          </a:p>
        </p:txBody>
      </p:sp>
    </p:spTree>
    <p:extLst>
      <p:ext uri="{BB962C8B-B14F-4D97-AF65-F5344CB8AC3E}">
        <p14:creationId xmlns:p14="http://schemas.microsoft.com/office/powerpoint/2010/main" val="12637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81000"/>
          </a:xfrm>
        </p:spPr>
        <p:txBody>
          <a:bodyPr>
            <a:normAutofit fontScale="4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Key Parameters Overview – grid boundaries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093130-E1E5-48C1-B879-255FB22A6F2D}"/>
              </a:ext>
            </a:extLst>
          </p:cNvPr>
          <p:cNvSpPr txBox="1">
            <a:spLocks/>
          </p:cNvSpPr>
          <p:nvPr/>
        </p:nvSpPr>
        <p:spPr>
          <a:xfrm>
            <a:off x="419548" y="1638299"/>
            <a:ext cx="8229600" cy="2990851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4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n-US" sz="1800" dirty="0"/>
              <a:t> "boundaries": [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{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"type": "grid",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"object": "</a:t>
            </a:r>
            <a:r>
              <a:rPr lang="en-US" sz="1800" b="1" dirty="0"/>
              <a:t>Wall</a:t>
            </a:r>
            <a:r>
              <a:rPr lang="en-US" sz="1800" dirty="0"/>
              <a:t>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"contact": "Separable",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domain_start</a:t>
            </a:r>
            <a:r>
              <a:rPr lang="en-US" sz="1800" dirty="0"/>
              <a:t>": [0.0, 0.0, 0.0],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domain_end</a:t>
            </a:r>
            <a:r>
              <a:rPr lang="en-US" sz="1800" dirty="0"/>
              <a:t>": [90, 4.5, 0.05],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"time": [0, 180]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},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       {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"type": "grid",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"object": "</a:t>
            </a:r>
            <a:r>
              <a:rPr lang="en-US" sz="1800" b="1" dirty="0"/>
              <a:t>OSU LWF</a:t>
            </a:r>
            <a:r>
              <a:rPr lang="en-US" sz="1800" dirty="0"/>
              <a:t>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"contact": "Separable",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domain_start</a:t>
            </a:r>
            <a:r>
              <a:rPr lang="en-US" sz="1800" dirty="0"/>
              <a:t>": [0.0, 0.0, 0.0],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domain_end</a:t>
            </a:r>
            <a:r>
              <a:rPr lang="en-US" sz="1800" dirty="0"/>
              <a:t>": [90, 4.5, 0.05],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"time": [0, 180]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426732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grid-boundaries</a:t>
            </a:r>
          </a:p>
          <a:p>
            <a:pPr marL="400050" lvl="1" indent="0"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dirty="0"/>
              <a:t> "boundaries": [</a:t>
            </a:r>
          </a:p>
          <a:p>
            <a:pPr marL="400050" lvl="1" indent="0">
              <a:buNone/>
            </a:pPr>
            <a:r>
              <a:rPr lang="en-US" sz="1800" dirty="0"/>
              <a:t>      </a:t>
            </a:r>
            <a:r>
              <a:rPr lang="en-US" sz="1600" dirty="0"/>
              <a:t>{</a:t>
            </a:r>
          </a:p>
          <a:p>
            <a:pPr marL="400050" lvl="1" indent="0">
              <a:buNone/>
            </a:pPr>
            <a:r>
              <a:rPr lang="en-US" sz="1600" dirty="0"/>
              <a:t>            "type": "grid",</a:t>
            </a:r>
          </a:p>
          <a:p>
            <a:pPr marL="400050" lvl="1" indent="0">
              <a:buNone/>
            </a:pPr>
            <a:r>
              <a:rPr lang="en-US" sz="1600" dirty="0"/>
              <a:t>            "object": </a:t>
            </a:r>
            <a:r>
              <a:rPr lang="en-US" sz="1600" b="1" dirty="0"/>
              <a:t>"Box",</a:t>
            </a:r>
          </a:p>
          <a:p>
            <a:pPr marL="400050" lvl="1" indent="0">
              <a:buNone/>
            </a:pPr>
            <a:r>
              <a:rPr lang="en-US" sz="1600" dirty="0"/>
              <a:t>            "contact": "Separable",</a:t>
            </a:r>
          </a:p>
          <a:p>
            <a:pPr marL="400050" lvl="1" indent="0">
              <a:buNone/>
            </a:pPr>
            <a:r>
              <a:rPr lang="en-US" sz="1600" dirty="0"/>
              <a:t>            "</a:t>
            </a:r>
            <a:r>
              <a:rPr lang="en-US" sz="1600" dirty="0" err="1"/>
              <a:t>domain_start</a:t>
            </a:r>
            <a:r>
              <a:rPr lang="en-US" sz="1600" dirty="0"/>
              <a:t>": [45.79, 2.1, 0.0],</a:t>
            </a:r>
          </a:p>
          <a:p>
            <a:pPr marL="400050" lvl="1" indent="0">
              <a:buNone/>
            </a:pPr>
            <a:r>
              <a:rPr lang="en-US" sz="1600" dirty="0"/>
              <a:t>            "</a:t>
            </a:r>
            <a:r>
              <a:rPr lang="en-US" sz="1600" dirty="0" err="1"/>
              <a:t>domain_end</a:t>
            </a:r>
            <a:r>
              <a:rPr lang="en-US" sz="1600" dirty="0"/>
              <a:t>": [46.86, 2.715, 1.016],</a:t>
            </a:r>
          </a:p>
          <a:p>
            <a:pPr marL="400050" lvl="1" indent="0">
              <a:buNone/>
            </a:pPr>
            <a:r>
              <a:rPr lang="en-US" sz="1600" dirty="0"/>
              <a:t>            "time": [0, 180]</a:t>
            </a:r>
          </a:p>
          <a:p>
            <a:pPr marL="400050" lvl="1" indent="0">
              <a:buNone/>
            </a:pPr>
            <a:r>
              <a:rPr lang="en-US" sz="1600" dirty="0"/>
              <a:t>        },       </a:t>
            </a:r>
          </a:p>
        </p:txBody>
      </p:sp>
    </p:spTree>
    <p:extLst>
      <p:ext uri="{BB962C8B-B14F-4D97-AF65-F5344CB8AC3E}">
        <p14:creationId xmlns:p14="http://schemas.microsoft.com/office/powerpoint/2010/main" val="127399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grid-boundaries</a:t>
            </a:r>
          </a:p>
          <a:p>
            <a:pPr marL="400050" lvl="1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dirty="0"/>
              <a:t>"boundaries": [</a:t>
            </a:r>
          </a:p>
          <a:p>
            <a:pPr marL="400050" lvl="1" indent="0">
              <a:buNone/>
            </a:pPr>
            <a:r>
              <a:rPr lang="en-US" sz="1600" dirty="0"/>
              <a:t>      </a:t>
            </a:r>
            <a:r>
              <a:rPr lang="en-US" sz="1400" dirty="0"/>
              <a:t>{</a:t>
            </a:r>
          </a:p>
          <a:p>
            <a:pPr marL="400050" lvl="1" indent="0">
              <a:buNone/>
            </a:pPr>
            <a:r>
              <a:rPr lang="en-US" sz="1400" dirty="0"/>
              <a:t>            "type": "grid",</a:t>
            </a:r>
          </a:p>
          <a:p>
            <a:pPr marL="400050" lvl="1" indent="0">
              <a:buNone/>
            </a:pPr>
            <a:r>
              <a:rPr lang="en-US" sz="1400" b="1" dirty="0"/>
              <a:t>            "object": "OSU Paddle",</a:t>
            </a:r>
          </a:p>
          <a:p>
            <a:pPr marL="400050" lvl="1" indent="0">
              <a:buNone/>
            </a:pPr>
            <a:r>
              <a:rPr lang="en-US" sz="1400" dirty="0"/>
              <a:t>            "contact": "Separable",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domain_start</a:t>
            </a:r>
            <a:r>
              <a:rPr lang="en-US" sz="1400" dirty="0"/>
              <a:t>": [1.6, -0.2, -0.2],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domain_end</a:t>
            </a:r>
            <a:r>
              <a:rPr lang="en-US" sz="1400" dirty="0"/>
              <a:t>": [2.0, 5, 4],</a:t>
            </a:r>
          </a:p>
          <a:p>
            <a:pPr marL="400050" lvl="1" indent="0">
              <a:buNone/>
            </a:pPr>
            <a:r>
              <a:rPr lang="en-US" sz="1400" dirty="0"/>
              <a:t>            "time": [0, 180],</a:t>
            </a:r>
          </a:p>
          <a:p>
            <a:pPr marL="400050" lvl="1" indent="0">
              <a:buNone/>
            </a:pPr>
            <a:r>
              <a:rPr lang="en-US" sz="1400" b="1" dirty="0"/>
              <a:t>            "file": "wmdisp_hydro2sec_1200hz_smooth_14032023.csv",</a:t>
            </a:r>
          </a:p>
          <a:p>
            <a:pPr marL="400050" lvl="1" indent="0">
              <a:buNone/>
            </a:pPr>
            <a:r>
              <a:rPr lang="en-US" sz="1400" b="1" dirty="0"/>
              <a:t>            "</a:t>
            </a:r>
            <a:r>
              <a:rPr lang="en-US" sz="1400" b="1" dirty="0" err="1"/>
              <a:t>output_frequency</a:t>
            </a:r>
            <a:r>
              <a:rPr lang="en-US" sz="1400" b="1" dirty="0"/>
              <a:t>": 1200</a:t>
            </a:r>
          </a:p>
          <a:p>
            <a:pPr marL="400050" lvl="1" indent="0">
              <a:buNone/>
            </a:pPr>
            <a:r>
              <a:rPr lang="en-US" sz="1400" dirty="0"/>
              <a:t>        }</a:t>
            </a:r>
          </a:p>
          <a:p>
            <a:pPr marL="400050" lvl="1" indent="0">
              <a:buNone/>
            </a:pPr>
            <a:r>
              <a:rPr lang="en-US" sz="1400" dirty="0"/>
              <a:t>    ],</a:t>
            </a:r>
          </a:p>
        </p:txBody>
      </p:sp>
    </p:spTree>
    <p:extLst>
      <p:ext uri="{BB962C8B-B14F-4D97-AF65-F5344CB8AC3E}">
        <p14:creationId xmlns:p14="http://schemas.microsoft.com/office/powerpoint/2010/main" val="2719474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Input Parameters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grid-sensors</a:t>
            </a:r>
          </a:p>
          <a:p>
            <a:pPr marL="457200" lvl="1" indent="0">
              <a:buNone/>
            </a:pPr>
            <a:r>
              <a:rPr lang="en-US" sz="1600" dirty="0"/>
              <a:t>"grid-sensors": [</a:t>
            </a:r>
          </a:p>
          <a:p>
            <a:pPr marL="457200" lvl="1" indent="0">
              <a:buNone/>
            </a:pPr>
            <a:r>
              <a:rPr lang="en-US" sz="1400" dirty="0"/>
              <a:t>        {</a:t>
            </a:r>
          </a:p>
          <a:p>
            <a:pPr marL="457200" lvl="1" indent="0">
              <a:buNone/>
            </a:pPr>
            <a:r>
              <a:rPr lang="en-US" sz="1400" b="1" dirty="0"/>
              <a:t>            "type": "grid",</a:t>
            </a:r>
          </a:p>
          <a:p>
            <a:pPr marL="457200" lvl="1" indent="0">
              <a:buNone/>
            </a:pPr>
            <a:r>
              <a:rPr lang="en-US" sz="1400" b="1" dirty="0"/>
              <a:t>            "attribute": "Force",</a:t>
            </a:r>
          </a:p>
          <a:p>
            <a:pPr marL="457200" lvl="1" indent="0">
              <a:buNone/>
            </a:pPr>
            <a:r>
              <a:rPr lang="en-US" sz="1400" dirty="0"/>
              <a:t>            "operation": "Sum",</a:t>
            </a:r>
          </a:p>
          <a:p>
            <a:pPr marL="457200" lvl="1" indent="0">
              <a:buNone/>
            </a:pPr>
            <a:r>
              <a:rPr lang="en-US" sz="1400" dirty="0"/>
              <a:t>            "direction": "X+",</a:t>
            </a:r>
          </a:p>
          <a:p>
            <a:pPr marL="45720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output_frequency</a:t>
            </a:r>
            <a:r>
              <a:rPr lang="en-US" sz="1400" dirty="0"/>
              <a:t>": 120,</a:t>
            </a:r>
          </a:p>
          <a:p>
            <a:pPr marL="45720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domain_start</a:t>
            </a:r>
            <a:r>
              <a:rPr lang="en-US" sz="1400" dirty="0"/>
              <a:t>": [45.790, 2.1, -0.2],</a:t>
            </a:r>
          </a:p>
          <a:p>
            <a:pPr marL="45720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domain_end</a:t>
            </a:r>
            <a:r>
              <a:rPr lang="en-US" sz="1400" dirty="0"/>
              <a:t>": [45.85, 2.615, 2.338]</a:t>
            </a:r>
          </a:p>
          <a:p>
            <a:pPr marL="457200" lvl="1" indent="0">
              <a:buNone/>
            </a:pPr>
            <a:r>
              <a:rPr lang="en-US" sz="1400" dirty="0"/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619587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/>
              <a:t>Process 3: Input Parameters</a:t>
            </a:r>
            <a:endParaRPr lang="en-US" sz="2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particle-sensors</a:t>
            </a:r>
          </a:p>
          <a:p>
            <a:pPr marL="400050" lvl="1" indent="0">
              <a:buNone/>
            </a:pPr>
            <a:r>
              <a:rPr lang="en-US" sz="1400" dirty="0"/>
              <a:t>"particle-sensors": [</a:t>
            </a:r>
          </a:p>
          <a:p>
            <a:pPr marL="400050" lvl="1" indent="0">
              <a:buNone/>
            </a:pPr>
            <a:r>
              <a:rPr lang="en-US" sz="1400" dirty="0"/>
              <a:t>        {</a:t>
            </a:r>
          </a:p>
          <a:p>
            <a:pPr marL="400050" lvl="1" indent="0">
              <a:buNone/>
            </a:pPr>
            <a:r>
              <a:rPr lang="en-US" sz="1400" b="1" dirty="0"/>
              <a:t>            "type": "particles",</a:t>
            </a:r>
          </a:p>
          <a:p>
            <a:pPr marL="400050" lvl="1" indent="0">
              <a:buNone/>
            </a:pPr>
            <a:r>
              <a:rPr lang="en-US" sz="1400" b="1" dirty="0"/>
              <a:t>            "attribute": "Elevation",</a:t>
            </a:r>
          </a:p>
          <a:p>
            <a:pPr marL="400050" lvl="1" indent="0">
              <a:buNone/>
            </a:pPr>
            <a:r>
              <a:rPr lang="en-US" sz="1400" dirty="0"/>
              <a:t>            "operation": "Max",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output_frequency</a:t>
            </a:r>
            <a:r>
              <a:rPr lang="en-US" sz="1400" dirty="0"/>
              <a:t>": 120,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domain_start</a:t>
            </a:r>
            <a:r>
              <a:rPr lang="en-US" sz="1400" dirty="0"/>
              <a:t>": [16.0, 1.0, 0.0],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domain_end</a:t>
            </a:r>
            <a:r>
              <a:rPr lang="en-US" sz="1400" dirty="0"/>
              <a:t>":   [16.1, 3.6, 1.0]</a:t>
            </a:r>
          </a:p>
          <a:p>
            <a:pPr marL="400050" lvl="1" indent="0">
              <a:buNone/>
            </a:pPr>
            <a:r>
              <a:rPr lang="en-US" sz="1400" dirty="0"/>
              <a:t>        }</a:t>
            </a:r>
          </a:p>
          <a:p>
            <a:pPr marL="400050" lvl="1" indent="0">
              <a:buNone/>
            </a:pPr>
            <a:r>
              <a:rPr lang="en-US" sz="1400" dirty="0"/>
              <a:t>     ]</a:t>
            </a:r>
          </a:p>
          <a:p>
            <a:pPr marL="400050" lvl="1" indent="0">
              <a:buNone/>
            </a:pPr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0614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References and Resources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Github</a:t>
            </a:r>
            <a:r>
              <a:rPr lang="en-US" sz="2000" dirty="0"/>
              <a:t> repository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https://github.com/youngdie07/debris-fluid-structure-simulation-MPM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https://github.com/JustinBonus/claymore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https://github.com/penn-graphics-research/claymore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References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https://claymore.readthedocs.io/en/latest/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Bonus, J. (2023). Evaluation of Fluid-Driven Debris Impacts in a High-Performance Multi-GPU Material Point Method. University of Washington.</a:t>
            </a:r>
          </a:p>
        </p:txBody>
      </p:sp>
    </p:spTree>
    <p:extLst>
      <p:ext uri="{BB962C8B-B14F-4D97-AF65-F5344CB8AC3E}">
        <p14:creationId xmlns:p14="http://schemas.microsoft.com/office/powerpoint/2010/main" val="1635698182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24540</TotalTime>
  <Words>3663</Words>
  <Application>Microsoft Office PowerPoint</Application>
  <PresentationFormat>On-screen Show (16:9)</PresentationFormat>
  <Paragraphs>596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Google Sans</vt:lpstr>
      <vt:lpstr>Arial</vt:lpstr>
      <vt:lpstr>Arial Black</vt:lpstr>
      <vt:lpstr>Calibri</vt:lpstr>
      <vt:lpstr>Consolas</vt:lpstr>
      <vt:lpstr>16-9 Cover</vt:lpstr>
      <vt:lpstr>16-9 Light Background</vt:lpstr>
      <vt:lpstr>16-9 White Backgroud</vt:lpstr>
      <vt:lpstr>PowerPoint Presentation</vt:lpstr>
      <vt:lpstr>Items</vt:lpstr>
      <vt:lpstr>Process 1: CUDA setting</vt:lpstr>
      <vt:lpstr>Process 2: Simulation Setting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Process 3: Input Parameters</vt:lpstr>
      <vt:lpstr>References and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Youngchul Choi</dc:creator>
  <cp:keywords/>
  <dc:description/>
  <cp:lastModifiedBy>Choi, YoungChul</cp:lastModifiedBy>
  <cp:revision>653</cp:revision>
  <cp:lastPrinted>2011-01-24T02:49:42Z</cp:lastPrinted>
  <dcterms:created xsi:type="dcterms:W3CDTF">2011-06-30T15:04:08Z</dcterms:created>
  <dcterms:modified xsi:type="dcterms:W3CDTF">2026-01-07T05:47:10Z</dcterms:modified>
  <cp:category/>
</cp:coreProperties>
</file>