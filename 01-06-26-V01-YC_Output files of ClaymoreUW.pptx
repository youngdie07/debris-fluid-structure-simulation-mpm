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8"/>
  </p:notesMasterIdLst>
  <p:sldIdLst>
    <p:sldId id="714" r:id="rId4"/>
    <p:sldId id="851" r:id="rId5"/>
    <p:sldId id="853" r:id="rId6"/>
    <p:sldId id="847" r:id="rId7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851"/>
            <p14:sldId id="853"/>
            <p14:sldId id="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B2E94-4F1E-4B28-B782-36CF912DFD76}" v="4" dt="2026-01-07T06:00:26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5" autoAdjust="0"/>
    <p:restoredTop sz="81926" autoAdjust="0"/>
  </p:normalViewPr>
  <p:slideViewPr>
    <p:cSldViewPr>
      <p:cViewPr varScale="1">
        <p:scale>
          <a:sx n="99" d="100"/>
          <a:sy n="99" d="100"/>
        </p:scale>
        <p:origin x="84" y="7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1" d="100"/>
        <a:sy n="91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, YoungChul" userId="cffd7709-ecf3-4b88-a16d-e42124136eca" providerId="ADAL" clId="{9462CB79-8BDE-48DE-8E9C-87D1A8402DB6}"/>
    <pc:docChg chg="undo custSel addSld delSld modSld modSection">
      <pc:chgData name="Choi, YoungChul" userId="cffd7709-ecf3-4b88-a16d-e42124136eca" providerId="ADAL" clId="{9462CB79-8BDE-48DE-8E9C-87D1A8402DB6}" dt="2026-01-07T06:11:11.516" v="1418" actId="20577"/>
      <pc:docMkLst>
        <pc:docMk/>
      </pc:docMkLst>
      <pc:sldChg chg="modSp mod">
        <pc:chgData name="Choi, YoungChul" userId="cffd7709-ecf3-4b88-a16d-e42124136eca" providerId="ADAL" clId="{9462CB79-8BDE-48DE-8E9C-87D1A8402DB6}" dt="2026-01-07T05:49:15.845" v="31" actId="20577"/>
        <pc:sldMkLst>
          <pc:docMk/>
          <pc:sldMk cId="1825105875" sldId="714"/>
        </pc:sldMkLst>
        <pc:spChg chg="mod">
          <ac:chgData name="Choi, YoungChul" userId="cffd7709-ecf3-4b88-a16d-e42124136eca" providerId="ADAL" clId="{9462CB79-8BDE-48DE-8E9C-87D1A8402DB6}" dt="2026-01-07T05:48:00.198" v="15" actId="20577"/>
          <ac:spMkLst>
            <pc:docMk/>
            <pc:sldMk cId="1825105875" sldId="714"/>
            <ac:spMk id="12" creationId="{00000000-0000-0000-0000-000000000000}"/>
          </ac:spMkLst>
        </pc:spChg>
        <pc:spChg chg="mod">
          <ac:chgData name="Choi, YoungChul" userId="cffd7709-ecf3-4b88-a16d-e42124136eca" providerId="ADAL" clId="{9462CB79-8BDE-48DE-8E9C-87D1A8402DB6}" dt="2026-01-07T05:49:15.845" v="31" actId="20577"/>
          <ac:spMkLst>
            <pc:docMk/>
            <pc:sldMk cId="1825105875" sldId="714"/>
            <ac:spMk id="13" creationId="{00000000-0000-0000-0000-000000000000}"/>
          </ac:spMkLst>
        </pc:spChg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086449283" sldId="839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958667797" sldId="840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091443194" sldId="841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2683956079" sldId="848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520436167" sldId="849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487710458" sldId="850"/>
        </pc:sldMkLst>
      </pc:sldChg>
      <pc:sldChg chg="modSp mod">
        <pc:chgData name="Choi, YoungChul" userId="cffd7709-ecf3-4b88-a16d-e42124136eca" providerId="ADAL" clId="{9462CB79-8BDE-48DE-8E9C-87D1A8402DB6}" dt="2026-01-07T06:11:11.516" v="1418" actId="20577"/>
        <pc:sldMkLst>
          <pc:docMk/>
          <pc:sldMk cId="584522302" sldId="851"/>
        </pc:sldMkLst>
        <pc:spChg chg="mod">
          <ac:chgData name="Choi, YoungChul" userId="cffd7709-ecf3-4b88-a16d-e42124136eca" providerId="ADAL" clId="{9462CB79-8BDE-48DE-8E9C-87D1A8402DB6}" dt="2026-01-07T05:49:34.751" v="55" actId="20577"/>
          <ac:spMkLst>
            <pc:docMk/>
            <pc:sldMk cId="584522302" sldId="851"/>
            <ac:spMk id="4" creationId="{94523DCF-6B74-4AE2-AB3E-4E90B1CAA175}"/>
          </ac:spMkLst>
        </pc:spChg>
        <pc:spChg chg="mod">
          <ac:chgData name="Choi, YoungChul" userId="cffd7709-ecf3-4b88-a16d-e42124136eca" providerId="ADAL" clId="{9462CB79-8BDE-48DE-8E9C-87D1A8402DB6}" dt="2026-01-07T06:11:11.516" v="1418" actId="20577"/>
          <ac:spMkLst>
            <pc:docMk/>
            <pc:sldMk cId="584522302" sldId="851"/>
            <ac:spMk id="9" creationId="{18C51226-5207-4DB4-938E-1E021F75ADC1}"/>
          </ac:spMkLst>
        </pc:spChg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3476387966" sldId="852"/>
        </pc:sldMkLst>
      </pc:sldChg>
      <pc:sldChg chg="add del">
        <pc:chgData name="Choi, YoungChul" userId="cffd7709-ecf3-4b88-a16d-e42124136eca" providerId="ADAL" clId="{9462CB79-8BDE-48DE-8E9C-87D1A8402DB6}" dt="2026-01-07T05:53:19.897" v="62" actId="47"/>
        <pc:sldMkLst>
          <pc:docMk/>
          <pc:sldMk cId="270015967" sldId="854"/>
        </pc:sldMkLst>
      </pc:sldChg>
      <pc:sldChg chg="del">
        <pc:chgData name="Choi, YoungChul" userId="cffd7709-ecf3-4b88-a16d-e42124136eca" providerId="ADAL" clId="{9462CB79-8BDE-48DE-8E9C-87D1A8402DB6}" dt="2026-01-07T05:48:35.513" v="17" actId="47"/>
        <pc:sldMkLst>
          <pc:docMk/>
          <pc:sldMk cId="2229077829" sldId="854"/>
        </pc:sldMkLst>
      </pc:sldChg>
      <pc:sldChg chg="del">
        <pc:chgData name="Choi, YoungChul" userId="cffd7709-ecf3-4b88-a16d-e42124136eca" providerId="ADAL" clId="{9462CB79-8BDE-48DE-8E9C-87D1A8402DB6}" dt="2026-01-07T05:48:35.513" v="17" actId="47"/>
        <pc:sldMkLst>
          <pc:docMk/>
          <pc:sldMk cId="3199085101" sldId="855"/>
        </pc:sldMkLst>
      </pc:sldChg>
      <pc:sldChg chg="del">
        <pc:chgData name="Choi, YoungChul" userId="cffd7709-ecf3-4b88-a16d-e42124136eca" providerId="ADAL" clId="{9462CB79-8BDE-48DE-8E9C-87D1A8402DB6}" dt="2026-01-07T05:48:35.513" v="17" actId="47"/>
        <pc:sldMkLst>
          <pc:docMk/>
          <pc:sldMk cId="2544308640" sldId="856"/>
        </pc:sldMkLst>
      </pc:sldChg>
      <pc:sldChg chg="del">
        <pc:chgData name="Choi, YoungChul" userId="cffd7709-ecf3-4b88-a16d-e42124136eca" providerId="ADAL" clId="{9462CB79-8BDE-48DE-8E9C-87D1A8402DB6}" dt="2026-01-07T05:48:35.513" v="17" actId="47"/>
        <pc:sldMkLst>
          <pc:docMk/>
          <pc:sldMk cId="1907574944" sldId="857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619785975" sldId="858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4049686232" sldId="859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2813959278" sldId="860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4011171453" sldId="861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2177100594" sldId="862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26371521" sldId="864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619587592" sldId="865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2400614974" sldId="866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4267321063" sldId="867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1273992250" sldId="868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4278849915" sldId="869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3112078406" sldId="870"/>
        </pc:sldMkLst>
      </pc:sldChg>
      <pc:sldChg chg="del">
        <pc:chgData name="Choi, YoungChul" userId="cffd7709-ecf3-4b88-a16d-e42124136eca" providerId="ADAL" clId="{9462CB79-8BDE-48DE-8E9C-87D1A8402DB6}" dt="2026-01-07T05:48:20.851" v="16" actId="47"/>
        <pc:sldMkLst>
          <pc:docMk/>
          <pc:sldMk cId="2719474221" sldId="8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1/6/2026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I’d like to give you a quick introduction to </a:t>
            </a:r>
            <a:r>
              <a:rPr lang="en-US" b="1" dirty="0" err="1"/>
              <a:t>ClaymoreUW</a:t>
            </a:r>
            <a:r>
              <a:rPr lang="en-US" dirty="0"/>
              <a:t>, the tsunami modeling tool I’ve been using.</a:t>
            </a:r>
            <a:br>
              <a:rPr lang="en-US" dirty="0"/>
            </a:br>
            <a:r>
              <a:rPr lang="en-US" dirty="0"/>
              <a:t>I’ll walk you through what it is and show you how to run a sample simulation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44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4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 err="1">
                <a:solidFill>
                  <a:srgbClr val="BF5700"/>
                </a:solidFill>
                <a:latin typeface="Arial Black" charset="0"/>
              </a:rPr>
              <a:t>Youngchul</a:t>
            </a: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 choi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solidFill>
                  <a:srgbClr val="BF5700"/>
                </a:solidFill>
              </a:rPr>
              <a:t>Master’s Student </a:t>
            </a:r>
            <a:r>
              <a:rPr lang="en-US" altLang="ko-KR" sz="1050" dirty="0">
                <a:solidFill>
                  <a:srgbClr val="BF5700"/>
                </a:solidFill>
              </a:rPr>
              <a:t>in</a:t>
            </a:r>
            <a:r>
              <a:rPr lang="ko-KR" altLang="en-US" sz="1050" dirty="0">
                <a:solidFill>
                  <a:srgbClr val="BF5700"/>
                </a:solidFill>
              </a:rPr>
              <a:t> </a:t>
            </a:r>
            <a:r>
              <a:rPr lang="en-US" sz="1050" dirty="0">
                <a:solidFill>
                  <a:srgbClr val="BF5700"/>
                </a:solidFill>
              </a:rPr>
              <a:t>Coastal Hazards Lab at</a:t>
            </a:r>
            <a:r>
              <a:rPr lang="en-US" sz="1050" baseline="0" dirty="0">
                <a:solidFill>
                  <a:srgbClr val="BF5700"/>
                </a:solidFill>
              </a:rPr>
              <a:t> 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solidFill>
                  <a:srgbClr val="BF5700"/>
                </a:solidFill>
                <a:latin typeface="Arial Black" charset="0"/>
              </a:rPr>
              <a:t>Jan 06</a:t>
            </a:r>
            <a:r>
              <a:rPr lang="en-US" sz="1200" b="0" i="0" cap="all" baseline="0" dirty="0">
                <a:solidFill>
                  <a:srgbClr val="BF5700"/>
                </a:solidFill>
                <a:latin typeface="Arial Black" charset="0"/>
              </a:rPr>
              <a:t> 2026</a:t>
            </a:r>
            <a:endParaRPr lang="en-US" sz="1200" b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Output file 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BF5700"/>
                </a:solidFill>
              </a:rPr>
              <a:t>ClaymoreUW</a:t>
            </a:r>
            <a:r>
              <a:rPr lang="en-US" dirty="0">
                <a:solidFill>
                  <a:srgbClr val="BF5700"/>
                </a:solidFill>
              </a:rPr>
              <a:t> using Material Point Method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: Running Sample simulation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Output file types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OBJ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gridBoundary[0].obj : Domain boundary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gridBoundary[x].obj : Boundary (e.g., box, columns, wave paddle)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Circular geometry boundary(Cylinder or sphere) doesn’t automatically generate OBJ files. </a:t>
            </a:r>
            <a:r>
              <a:rPr lang="ko-KR" altLang="en-US" sz="1200" dirty="0"/>
              <a:t>시각화를 위해서는 </a:t>
            </a:r>
            <a:r>
              <a:rPr lang="en-US" altLang="ko-KR" sz="1200" dirty="0"/>
              <a:t>Houdini</a:t>
            </a:r>
            <a:r>
              <a:rPr lang="ko-KR" altLang="en-US" sz="1200" dirty="0"/>
              <a:t>에서 직접 객체를 만들어 </a:t>
            </a:r>
            <a:r>
              <a:rPr lang="ko-KR" altLang="en-US" sz="1200" dirty="0" err="1"/>
              <a:t>줘야함</a:t>
            </a:r>
            <a:r>
              <a:rPr lang="en-US" altLang="ko-KR" sz="1200" dirty="0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gridTarget[i].obj : grid sensor boundary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particleTarget[i].obj : particle sensor boundary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BGEO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particleTarget</a:t>
            </a:r>
            <a:r>
              <a:rPr lang="en-US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gridTarget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CSV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Partile_energy.csv: </a:t>
            </a:r>
            <a:r>
              <a:rPr lang="ko-KR" altLang="en-US" sz="1600" dirty="0" err="1"/>
              <a:t>파티클</a:t>
            </a:r>
            <a:r>
              <a:rPr lang="ko-KR" altLang="en-US" sz="1600" dirty="0"/>
              <a:t> 전체의 에너지</a:t>
            </a:r>
            <a:r>
              <a:rPr lang="en-US" altLang="ko-KR" sz="1600" dirty="0"/>
              <a:t> </a:t>
            </a:r>
            <a:r>
              <a:rPr lang="ko-KR" altLang="en-US" sz="1600" dirty="0"/>
              <a:t>시계열</a:t>
            </a:r>
            <a:r>
              <a:rPr lang="en-US" altLang="ko-KR" sz="1600" dirty="0"/>
              <a:t>. (</a:t>
            </a:r>
            <a:r>
              <a:rPr lang="ko-KR" altLang="en-US" sz="1600" dirty="0" err="1"/>
              <a:t>파티클</a:t>
            </a:r>
            <a:r>
              <a:rPr lang="ko-KR" altLang="en-US" sz="1600" dirty="0"/>
              <a:t> 에너지 발산 여부 판단</a:t>
            </a:r>
            <a:r>
              <a:rPr lang="en-US" altLang="ko-KR" sz="1600" dirty="0"/>
              <a:t>)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particleTarget[i]_dev[j].csv : </a:t>
            </a:r>
            <a:r>
              <a:rPr lang="en-US" sz="1600" dirty="0" err="1"/>
              <a:t>i</a:t>
            </a:r>
            <a:r>
              <a:rPr lang="ko-KR" altLang="en-US" sz="1600" dirty="0"/>
              <a:t>번째 </a:t>
            </a:r>
            <a:r>
              <a:rPr lang="en-US" altLang="ko-KR" sz="1600" dirty="0"/>
              <a:t>particle sensor(</a:t>
            </a:r>
            <a:r>
              <a:rPr lang="en-US" sz="1600" dirty="0"/>
              <a:t>Water level)</a:t>
            </a:r>
            <a:r>
              <a:rPr lang="ko-KR" altLang="en-US" sz="1600" dirty="0"/>
              <a:t>의 </a:t>
            </a:r>
            <a:r>
              <a:rPr lang="en-US" altLang="ko-KR" sz="1600" dirty="0"/>
              <a:t>j</a:t>
            </a:r>
            <a:r>
              <a:rPr lang="ko-KR" altLang="en-US" sz="1600" dirty="0"/>
              <a:t>번째 </a:t>
            </a:r>
            <a:r>
              <a:rPr lang="en-US" altLang="ko-KR" sz="1600" dirty="0" err="1"/>
              <a:t>gpu</a:t>
            </a:r>
            <a:r>
              <a:rPr lang="ko-KR" altLang="en-US" sz="1600" dirty="0"/>
              <a:t>에 할당된 시계열 자료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gridTarget[i]_dev[j].csv : </a:t>
            </a:r>
            <a:r>
              <a:rPr lang="en-US" sz="1600" dirty="0" err="1"/>
              <a:t>i</a:t>
            </a:r>
            <a:r>
              <a:rPr lang="ko-KR" altLang="en-US" sz="1600" dirty="0"/>
              <a:t>번째 </a:t>
            </a:r>
            <a:r>
              <a:rPr lang="en-US" altLang="ko-KR" sz="1600" dirty="0"/>
              <a:t>grid sensor(</a:t>
            </a:r>
            <a:r>
              <a:rPr lang="en-US" sz="1600" dirty="0"/>
              <a:t>Velocity </a:t>
            </a:r>
            <a:r>
              <a:rPr lang="en-US" altLang="ko-KR" sz="1600" dirty="0"/>
              <a:t>or</a:t>
            </a:r>
            <a:r>
              <a:rPr lang="ko-KR" altLang="en-US" sz="1600" dirty="0"/>
              <a:t> </a:t>
            </a:r>
            <a:r>
              <a:rPr lang="en-US" sz="1600" dirty="0"/>
              <a:t>Load)</a:t>
            </a:r>
            <a:r>
              <a:rPr lang="ko-KR" altLang="en-US" sz="1600" dirty="0"/>
              <a:t>의 </a:t>
            </a:r>
            <a:r>
              <a:rPr lang="en-US" altLang="ko-KR" sz="1600" dirty="0"/>
              <a:t>j</a:t>
            </a:r>
            <a:r>
              <a:rPr lang="ko-KR" altLang="en-US" sz="1600" dirty="0"/>
              <a:t>번째 </a:t>
            </a:r>
            <a:r>
              <a:rPr lang="en-US" altLang="ko-KR" sz="1600" dirty="0" err="1"/>
              <a:t>gpu</a:t>
            </a:r>
            <a:r>
              <a:rPr lang="ko-KR" altLang="en-US" sz="1600" dirty="0"/>
              <a:t>에 할당된 시계열 자료</a:t>
            </a: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particleTrack_model[i]_dev[j].csv : </a:t>
            </a:r>
            <a:r>
              <a:rPr lang="en-US" sz="1600" dirty="0" err="1"/>
              <a:t>i</a:t>
            </a:r>
            <a:r>
              <a:rPr lang="ko-KR" altLang="en-US" sz="1600" dirty="0"/>
              <a:t>번째 </a:t>
            </a:r>
            <a:r>
              <a:rPr lang="en-US" altLang="ko-KR" sz="1600" dirty="0"/>
              <a:t>particle</a:t>
            </a:r>
            <a:r>
              <a:rPr lang="ko-KR" altLang="en-US" sz="1600" dirty="0"/>
              <a:t> 중에 </a:t>
            </a:r>
            <a:r>
              <a:rPr lang="en-US" altLang="ko-KR" sz="1600" dirty="0"/>
              <a:t>j </a:t>
            </a:r>
            <a:r>
              <a:rPr lang="ko-KR" altLang="en-US" sz="1600" dirty="0"/>
              <a:t>번째 </a:t>
            </a:r>
            <a:r>
              <a:rPr lang="en-US" altLang="ko-KR" sz="1600" dirty="0" err="1"/>
              <a:t>gpu</a:t>
            </a:r>
            <a:r>
              <a:rPr lang="ko-KR" altLang="en-US" sz="1600" dirty="0"/>
              <a:t>에 할당된 부분의 변위 시계열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8452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Check Output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Tips for 3D Visualization in Houdini</a:t>
            </a: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At the object panel: Tap and create ‘geometry’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Inside the geometry, tap ‘file’ and import .obj and .</a:t>
            </a:r>
            <a:r>
              <a:rPr lang="en-US" sz="1600" dirty="0" err="1"/>
              <a:t>bgeo</a:t>
            </a:r>
            <a:r>
              <a:rPr lang="en-US" sz="1600" dirty="0"/>
              <a:t> files.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You can check your 3D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Some visualization tips: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Visualization attribute: you can see color/mark of particle’s attributes (e.g. velocity or pressure)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Some boundaries(box array or cylinder) are not automatically created from simulation output so you need to create those .obj files separately or </a:t>
            </a:r>
            <a:r>
              <a:rPr lang="en-US" sz="1400" dirty="0" err="1"/>
              <a:t>transform&amp;copy</a:t>
            </a:r>
            <a:r>
              <a:rPr lang="en-US" sz="1400" dirty="0"/>
              <a:t> to make an array.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You need to also create customized Bathymetry.obj by yourself (the sample code’s OSU-LWF bathymetry is offered in </a:t>
            </a:r>
            <a:r>
              <a:rPr lang="en-US" sz="1400" dirty="0" err="1"/>
              <a:t>Github</a:t>
            </a:r>
            <a:r>
              <a:rPr lang="en-US" sz="1400" dirty="0"/>
              <a:t>: </a:t>
            </a:r>
            <a:r>
              <a:rPr lang="en-US" sz="1000" dirty="0"/>
              <a:t>https://github.com/JustinBonus/HydroUQ/blob/ 1a9b2dd557c5e72f8a06efd382e49644fe6e60de/OSU_LWF_Bathymetry.obj#L4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874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References and Resources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Github</a:t>
            </a:r>
            <a:r>
              <a:rPr lang="en-US" sz="2000" dirty="0"/>
              <a:t> repository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https://github.com/JustinBonus/claymore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https://github.com/penn-graphics-research/claymore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Related Document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https://claymore.readthedocs.io/en/latest/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Bonus, J. (2023). Evaluation of fluid-driven debris impacts in a high-performance multi-GPU material point method (Order No. 30819170). Available from ProQuest Dissertations &amp; Theses Global. (2915819774).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5698182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24515</TotalTime>
  <Words>693</Words>
  <Application>Microsoft Office PowerPoint</Application>
  <PresentationFormat>On-screen Show (16:9)</PresentationFormat>
  <Paragraphs>95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16-9 Cover</vt:lpstr>
      <vt:lpstr>16-9 Light Background</vt:lpstr>
      <vt:lpstr>16-9 White Backgroud</vt:lpstr>
      <vt:lpstr>PowerPoint Presentation</vt:lpstr>
      <vt:lpstr>Output file types</vt:lpstr>
      <vt:lpstr>Check Output</vt:lpstr>
      <vt:lpstr>References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Youngchul Choi</dc:creator>
  <cp:keywords/>
  <dc:description/>
  <cp:lastModifiedBy>Choi, YoungChul</cp:lastModifiedBy>
  <cp:revision>652</cp:revision>
  <cp:lastPrinted>2011-01-24T02:49:42Z</cp:lastPrinted>
  <dcterms:created xsi:type="dcterms:W3CDTF">2011-06-30T15:04:08Z</dcterms:created>
  <dcterms:modified xsi:type="dcterms:W3CDTF">2026-01-07T06:11:17Z</dcterms:modified>
  <cp:category/>
</cp:coreProperties>
</file>