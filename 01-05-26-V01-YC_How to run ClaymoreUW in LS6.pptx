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9" r:id="rId1"/>
    <p:sldMasterId id="2147483659" r:id="rId2"/>
    <p:sldMasterId id="2147483669" r:id="rId3"/>
  </p:sldMasterIdLst>
  <p:notesMasterIdLst>
    <p:notesMasterId r:id="rId12"/>
  </p:notesMasterIdLst>
  <p:sldIdLst>
    <p:sldId id="714" r:id="rId4"/>
    <p:sldId id="874" r:id="rId5"/>
    <p:sldId id="854" r:id="rId6"/>
    <p:sldId id="855" r:id="rId7"/>
    <p:sldId id="856" r:id="rId8"/>
    <p:sldId id="857" r:id="rId9"/>
    <p:sldId id="875" r:id="rId10"/>
    <p:sldId id="847" r:id="rId11"/>
  </p:sldIdLst>
  <p:sldSz cx="9144000" cy="5143500" type="screen16x9"/>
  <p:notesSz cx="6858000" cy="93138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Untitled Section" id="{3540F3E4-3A56-594D-A98C-62123F4F527F}">
          <p14:sldIdLst>
            <p14:sldId id="714"/>
            <p14:sldId id="874"/>
            <p14:sldId id="854"/>
            <p14:sldId id="855"/>
            <p14:sldId id="856"/>
            <p14:sldId id="857"/>
            <p14:sldId id="875"/>
            <p14:sldId id="8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 clrMode="bw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5700"/>
    <a:srgbClr val="C6531F"/>
    <a:srgbClr val="C01338"/>
    <a:srgbClr val="C00000"/>
    <a:srgbClr val="79C82A"/>
    <a:srgbClr val="DE7E7A"/>
    <a:srgbClr val="D61C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85725E-3A7A-4ECC-93C3-5672D67C4985}" v="4" dt="2026-01-06T07:33:08.6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25" autoAdjust="0"/>
    <p:restoredTop sz="81926" autoAdjust="0"/>
  </p:normalViewPr>
  <p:slideViewPr>
    <p:cSldViewPr>
      <p:cViewPr>
        <p:scale>
          <a:sx n="100" d="100"/>
          <a:sy n="100" d="100"/>
        </p:scale>
        <p:origin x="996" y="71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91" d="100"/>
        <a:sy n="91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oi, YoungChul" userId="cffd7709-ecf3-4b88-a16d-e42124136eca" providerId="ADAL" clId="{9462CB79-8BDE-48DE-8E9C-87D1A8402DB6}"/>
    <pc:docChg chg="undo custSel addSld delSld modSld modSection">
      <pc:chgData name="Choi, YoungChul" userId="cffd7709-ecf3-4b88-a16d-e42124136eca" providerId="ADAL" clId="{9462CB79-8BDE-48DE-8E9C-87D1A8402DB6}" dt="2026-01-06T07:39:25.879" v="1119" actId="20577"/>
      <pc:docMkLst>
        <pc:docMk/>
      </pc:docMkLst>
      <pc:sldChg chg="modSp mod">
        <pc:chgData name="Choi, YoungChul" userId="cffd7709-ecf3-4b88-a16d-e42124136eca" providerId="ADAL" clId="{9462CB79-8BDE-48DE-8E9C-87D1A8402DB6}" dt="2026-01-06T04:40:13.048" v="49" actId="20577"/>
        <pc:sldMkLst>
          <pc:docMk/>
          <pc:sldMk cId="1825105875" sldId="714"/>
        </pc:sldMkLst>
        <pc:spChg chg="mod">
          <ac:chgData name="Choi, YoungChul" userId="cffd7709-ecf3-4b88-a16d-e42124136eca" providerId="ADAL" clId="{9462CB79-8BDE-48DE-8E9C-87D1A8402DB6}" dt="2026-01-06T04:40:13.048" v="49" actId="20577"/>
          <ac:spMkLst>
            <pc:docMk/>
            <pc:sldMk cId="1825105875" sldId="714"/>
            <ac:spMk id="13" creationId="{00000000-0000-0000-0000-000000000000}"/>
          </ac:spMkLst>
        </pc:spChg>
      </pc:sldChg>
      <pc:sldChg chg="del">
        <pc:chgData name="Choi, YoungChul" userId="cffd7709-ecf3-4b88-a16d-e42124136eca" providerId="ADAL" clId="{9462CB79-8BDE-48DE-8E9C-87D1A8402DB6}" dt="2026-01-06T04:39:44.335" v="1" actId="47"/>
        <pc:sldMkLst>
          <pc:docMk/>
          <pc:sldMk cId="1086449283" sldId="839"/>
        </pc:sldMkLst>
      </pc:sldChg>
      <pc:sldChg chg="del">
        <pc:chgData name="Choi, YoungChul" userId="cffd7709-ecf3-4b88-a16d-e42124136eca" providerId="ADAL" clId="{9462CB79-8BDE-48DE-8E9C-87D1A8402DB6}" dt="2026-01-06T04:39:41.397" v="0" actId="47"/>
        <pc:sldMkLst>
          <pc:docMk/>
          <pc:sldMk cId="1958667797" sldId="840"/>
        </pc:sldMkLst>
      </pc:sldChg>
      <pc:sldChg chg="del">
        <pc:chgData name="Choi, YoungChul" userId="cffd7709-ecf3-4b88-a16d-e42124136eca" providerId="ADAL" clId="{9462CB79-8BDE-48DE-8E9C-87D1A8402DB6}" dt="2026-01-06T04:39:41.397" v="0" actId="47"/>
        <pc:sldMkLst>
          <pc:docMk/>
          <pc:sldMk cId="1091443194" sldId="841"/>
        </pc:sldMkLst>
      </pc:sldChg>
      <pc:sldChg chg="modSp mod">
        <pc:chgData name="Choi, YoungChul" userId="cffd7709-ecf3-4b88-a16d-e42124136eca" providerId="ADAL" clId="{9462CB79-8BDE-48DE-8E9C-87D1A8402DB6}" dt="2026-01-06T07:33:19.226" v="1117" actId="20577"/>
        <pc:sldMkLst>
          <pc:docMk/>
          <pc:sldMk cId="1635698182" sldId="847"/>
        </pc:sldMkLst>
        <pc:spChg chg="mod">
          <ac:chgData name="Choi, YoungChul" userId="cffd7709-ecf3-4b88-a16d-e42124136eca" providerId="ADAL" clId="{9462CB79-8BDE-48DE-8E9C-87D1A8402DB6}" dt="2026-01-06T07:33:19.226" v="1117" actId="20577"/>
          <ac:spMkLst>
            <pc:docMk/>
            <pc:sldMk cId="1635698182" sldId="847"/>
            <ac:spMk id="9" creationId="{18C51226-5207-4DB4-938E-1E021F75ADC1}"/>
          </ac:spMkLst>
        </pc:spChg>
      </pc:sldChg>
      <pc:sldChg chg="del">
        <pc:chgData name="Choi, YoungChul" userId="cffd7709-ecf3-4b88-a16d-e42124136eca" providerId="ADAL" clId="{9462CB79-8BDE-48DE-8E9C-87D1A8402DB6}" dt="2026-01-06T04:39:41.397" v="0" actId="47"/>
        <pc:sldMkLst>
          <pc:docMk/>
          <pc:sldMk cId="2683956079" sldId="848"/>
        </pc:sldMkLst>
      </pc:sldChg>
      <pc:sldChg chg="del">
        <pc:chgData name="Choi, YoungChul" userId="cffd7709-ecf3-4b88-a16d-e42124136eca" providerId="ADAL" clId="{9462CB79-8BDE-48DE-8E9C-87D1A8402DB6}" dt="2026-01-06T04:39:41.397" v="0" actId="47"/>
        <pc:sldMkLst>
          <pc:docMk/>
          <pc:sldMk cId="1520436167" sldId="849"/>
        </pc:sldMkLst>
      </pc:sldChg>
      <pc:sldChg chg="del">
        <pc:chgData name="Choi, YoungChul" userId="cffd7709-ecf3-4b88-a16d-e42124136eca" providerId="ADAL" clId="{9462CB79-8BDE-48DE-8E9C-87D1A8402DB6}" dt="2026-01-06T04:39:41.397" v="0" actId="47"/>
        <pc:sldMkLst>
          <pc:docMk/>
          <pc:sldMk cId="487710458" sldId="850"/>
        </pc:sldMkLst>
      </pc:sldChg>
      <pc:sldChg chg="del">
        <pc:chgData name="Choi, YoungChul" userId="cffd7709-ecf3-4b88-a16d-e42124136eca" providerId="ADAL" clId="{9462CB79-8BDE-48DE-8E9C-87D1A8402DB6}" dt="2026-01-06T04:39:41.397" v="0" actId="47"/>
        <pc:sldMkLst>
          <pc:docMk/>
          <pc:sldMk cId="584522302" sldId="851"/>
        </pc:sldMkLst>
      </pc:sldChg>
      <pc:sldChg chg="del">
        <pc:chgData name="Choi, YoungChul" userId="cffd7709-ecf3-4b88-a16d-e42124136eca" providerId="ADAL" clId="{9462CB79-8BDE-48DE-8E9C-87D1A8402DB6}" dt="2026-01-06T04:39:41.397" v="0" actId="47"/>
        <pc:sldMkLst>
          <pc:docMk/>
          <pc:sldMk cId="3476387966" sldId="852"/>
        </pc:sldMkLst>
      </pc:sldChg>
      <pc:sldChg chg="del">
        <pc:chgData name="Choi, YoungChul" userId="cffd7709-ecf3-4b88-a16d-e42124136eca" providerId="ADAL" clId="{9462CB79-8BDE-48DE-8E9C-87D1A8402DB6}" dt="2026-01-06T04:39:41.397" v="0" actId="47"/>
        <pc:sldMkLst>
          <pc:docMk/>
          <pc:sldMk cId="3918743894" sldId="853"/>
        </pc:sldMkLst>
      </pc:sldChg>
      <pc:sldChg chg="modSp mod">
        <pc:chgData name="Choi, YoungChul" userId="cffd7709-ecf3-4b88-a16d-e42124136eca" providerId="ADAL" clId="{9462CB79-8BDE-48DE-8E9C-87D1A8402DB6}" dt="2026-01-06T07:10:07.648" v="61" actId="115"/>
        <pc:sldMkLst>
          <pc:docMk/>
          <pc:sldMk cId="2229077829" sldId="854"/>
        </pc:sldMkLst>
        <pc:spChg chg="mod">
          <ac:chgData name="Choi, YoungChul" userId="cffd7709-ecf3-4b88-a16d-e42124136eca" providerId="ADAL" clId="{9462CB79-8BDE-48DE-8E9C-87D1A8402DB6}" dt="2026-01-06T07:10:07.648" v="61" actId="115"/>
          <ac:spMkLst>
            <pc:docMk/>
            <pc:sldMk cId="2229077829" sldId="854"/>
            <ac:spMk id="9" creationId="{18C51226-5207-4DB4-938E-1E021F75ADC1}"/>
          </ac:spMkLst>
        </pc:spChg>
      </pc:sldChg>
      <pc:sldChg chg="modSp mod">
        <pc:chgData name="Choi, YoungChul" userId="cffd7709-ecf3-4b88-a16d-e42124136eca" providerId="ADAL" clId="{9462CB79-8BDE-48DE-8E9C-87D1A8402DB6}" dt="2026-01-06T07:11:56.185" v="149" actId="20577"/>
        <pc:sldMkLst>
          <pc:docMk/>
          <pc:sldMk cId="3199085101" sldId="855"/>
        </pc:sldMkLst>
        <pc:spChg chg="mod">
          <ac:chgData name="Choi, YoungChul" userId="cffd7709-ecf3-4b88-a16d-e42124136eca" providerId="ADAL" clId="{9462CB79-8BDE-48DE-8E9C-87D1A8402DB6}" dt="2026-01-06T07:11:56.185" v="149" actId="20577"/>
          <ac:spMkLst>
            <pc:docMk/>
            <pc:sldMk cId="3199085101" sldId="855"/>
            <ac:spMk id="9" creationId="{18C51226-5207-4DB4-938E-1E021F75ADC1}"/>
          </ac:spMkLst>
        </pc:spChg>
      </pc:sldChg>
      <pc:sldChg chg="modSp">
        <pc:chgData name="Choi, YoungChul" userId="cffd7709-ecf3-4b88-a16d-e42124136eca" providerId="ADAL" clId="{9462CB79-8BDE-48DE-8E9C-87D1A8402DB6}" dt="2026-01-06T07:14:46.164" v="150"/>
        <pc:sldMkLst>
          <pc:docMk/>
          <pc:sldMk cId="1907574944" sldId="857"/>
        </pc:sldMkLst>
        <pc:spChg chg="mod">
          <ac:chgData name="Choi, YoungChul" userId="cffd7709-ecf3-4b88-a16d-e42124136eca" providerId="ADAL" clId="{9462CB79-8BDE-48DE-8E9C-87D1A8402DB6}" dt="2026-01-06T07:14:46.164" v="150"/>
          <ac:spMkLst>
            <pc:docMk/>
            <pc:sldMk cId="1907574944" sldId="857"/>
            <ac:spMk id="4" creationId="{94523DCF-6B74-4AE2-AB3E-4E90B1CAA175}"/>
          </ac:spMkLst>
        </pc:spChg>
      </pc:sldChg>
      <pc:sldChg chg="del">
        <pc:chgData name="Choi, YoungChul" userId="cffd7709-ecf3-4b88-a16d-e42124136eca" providerId="ADAL" clId="{9462CB79-8BDE-48DE-8E9C-87D1A8402DB6}" dt="2026-01-06T04:39:41.397" v="0" actId="47"/>
        <pc:sldMkLst>
          <pc:docMk/>
          <pc:sldMk cId="619785975" sldId="858"/>
        </pc:sldMkLst>
      </pc:sldChg>
      <pc:sldChg chg="del">
        <pc:chgData name="Choi, YoungChul" userId="cffd7709-ecf3-4b88-a16d-e42124136eca" providerId="ADAL" clId="{9462CB79-8BDE-48DE-8E9C-87D1A8402DB6}" dt="2026-01-06T04:39:41.397" v="0" actId="47"/>
        <pc:sldMkLst>
          <pc:docMk/>
          <pc:sldMk cId="4049686232" sldId="859"/>
        </pc:sldMkLst>
      </pc:sldChg>
      <pc:sldChg chg="del">
        <pc:chgData name="Choi, YoungChul" userId="cffd7709-ecf3-4b88-a16d-e42124136eca" providerId="ADAL" clId="{9462CB79-8BDE-48DE-8E9C-87D1A8402DB6}" dt="2026-01-06T04:39:41.397" v="0" actId="47"/>
        <pc:sldMkLst>
          <pc:docMk/>
          <pc:sldMk cId="2813959278" sldId="860"/>
        </pc:sldMkLst>
      </pc:sldChg>
      <pc:sldChg chg="del">
        <pc:chgData name="Choi, YoungChul" userId="cffd7709-ecf3-4b88-a16d-e42124136eca" providerId="ADAL" clId="{9462CB79-8BDE-48DE-8E9C-87D1A8402DB6}" dt="2026-01-06T04:39:41.397" v="0" actId="47"/>
        <pc:sldMkLst>
          <pc:docMk/>
          <pc:sldMk cId="4011171453" sldId="861"/>
        </pc:sldMkLst>
      </pc:sldChg>
      <pc:sldChg chg="del">
        <pc:chgData name="Choi, YoungChul" userId="cffd7709-ecf3-4b88-a16d-e42124136eca" providerId="ADAL" clId="{9462CB79-8BDE-48DE-8E9C-87D1A8402DB6}" dt="2026-01-06T04:39:41.397" v="0" actId="47"/>
        <pc:sldMkLst>
          <pc:docMk/>
          <pc:sldMk cId="2177100594" sldId="862"/>
        </pc:sldMkLst>
      </pc:sldChg>
      <pc:sldChg chg="del">
        <pc:chgData name="Choi, YoungChul" userId="cffd7709-ecf3-4b88-a16d-e42124136eca" providerId="ADAL" clId="{9462CB79-8BDE-48DE-8E9C-87D1A8402DB6}" dt="2026-01-06T04:39:41.397" v="0" actId="47"/>
        <pc:sldMkLst>
          <pc:docMk/>
          <pc:sldMk cId="126371521" sldId="864"/>
        </pc:sldMkLst>
      </pc:sldChg>
      <pc:sldChg chg="del">
        <pc:chgData name="Choi, YoungChul" userId="cffd7709-ecf3-4b88-a16d-e42124136eca" providerId="ADAL" clId="{9462CB79-8BDE-48DE-8E9C-87D1A8402DB6}" dt="2026-01-06T04:39:41.397" v="0" actId="47"/>
        <pc:sldMkLst>
          <pc:docMk/>
          <pc:sldMk cId="1619587592" sldId="865"/>
        </pc:sldMkLst>
      </pc:sldChg>
      <pc:sldChg chg="del">
        <pc:chgData name="Choi, YoungChul" userId="cffd7709-ecf3-4b88-a16d-e42124136eca" providerId="ADAL" clId="{9462CB79-8BDE-48DE-8E9C-87D1A8402DB6}" dt="2026-01-06T04:39:41.397" v="0" actId="47"/>
        <pc:sldMkLst>
          <pc:docMk/>
          <pc:sldMk cId="2400614974" sldId="866"/>
        </pc:sldMkLst>
      </pc:sldChg>
      <pc:sldChg chg="del">
        <pc:chgData name="Choi, YoungChul" userId="cffd7709-ecf3-4b88-a16d-e42124136eca" providerId="ADAL" clId="{9462CB79-8BDE-48DE-8E9C-87D1A8402DB6}" dt="2026-01-06T04:39:41.397" v="0" actId="47"/>
        <pc:sldMkLst>
          <pc:docMk/>
          <pc:sldMk cId="4267321063" sldId="867"/>
        </pc:sldMkLst>
      </pc:sldChg>
      <pc:sldChg chg="del">
        <pc:chgData name="Choi, YoungChul" userId="cffd7709-ecf3-4b88-a16d-e42124136eca" providerId="ADAL" clId="{9462CB79-8BDE-48DE-8E9C-87D1A8402DB6}" dt="2026-01-06T04:39:41.397" v="0" actId="47"/>
        <pc:sldMkLst>
          <pc:docMk/>
          <pc:sldMk cId="1273992250" sldId="868"/>
        </pc:sldMkLst>
      </pc:sldChg>
      <pc:sldChg chg="del">
        <pc:chgData name="Choi, YoungChul" userId="cffd7709-ecf3-4b88-a16d-e42124136eca" providerId="ADAL" clId="{9462CB79-8BDE-48DE-8E9C-87D1A8402DB6}" dt="2026-01-06T04:39:41.397" v="0" actId="47"/>
        <pc:sldMkLst>
          <pc:docMk/>
          <pc:sldMk cId="4278849915" sldId="869"/>
        </pc:sldMkLst>
      </pc:sldChg>
      <pc:sldChg chg="del">
        <pc:chgData name="Choi, YoungChul" userId="cffd7709-ecf3-4b88-a16d-e42124136eca" providerId="ADAL" clId="{9462CB79-8BDE-48DE-8E9C-87D1A8402DB6}" dt="2026-01-06T04:39:41.397" v="0" actId="47"/>
        <pc:sldMkLst>
          <pc:docMk/>
          <pc:sldMk cId="3112078406" sldId="870"/>
        </pc:sldMkLst>
      </pc:sldChg>
      <pc:sldChg chg="del">
        <pc:chgData name="Choi, YoungChul" userId="cffd7709-ecf3-4b88-a16d-e42124136eca" providerId="ADAL" clId="{9462CB79-8BDE-48DE-8E9C-87D1A8402DB6}" dt="2026-01-06T04:39:41.397" v="0" actId="47"/>
        <pc:sldMkLst>
          <pc:docMk/>
          <pc:sldMk cId="2719474221" sldId="871"/>
        </pc:sldMkLst>
      </pc:sldChg>
      <pc:sldChg chg="del">
        <pc:chgData name="Choi, YoungChul" userId="cffd7709-ecf3-4b88-a16d-e42124136eca" providerId="ADAL" clId="{9462CB79-8BDE-48DE-8E9C-87D1A8402DB6}" dt="2026-01-06T07:08:48.931" v="50" actId="47"/>
        <pc:sldMkLst>
          <pc:docMk/>
          <pc:sldMk cId="2310416498" sldId="872"/>
        </pc:sldMkLst>
      </pc:sldChg>
      <pc:sldChg chg="del">
        <pc:chgData name="Choi, YoungChul" userId="cffd7709-ecf3-4b88-a16d-e42124136eca" providerId="ADAL" clId="{9462CB79-8BDE-48DE-8E9C-87D1A8402DB6}" dt="2026-01-06T07:33:24.692" v="1118" actId="47"/>
        <pc:sldMkLst>
          <pc:docMk/>
          <pc:sldMk cId="2688441928" sldId="873"/>
        </pc:sldMkLst>
      </pc:sldChg>
      <pc:sldChg chg="modSp mod">
        <pc:chgData name="Choi, YoungChul" userId="cffd7709-ecf3-4b88-a16d-e42124136eca" providerId="ADAL" clId="{9462CB79-8BDE-48DE-8E9C-87D1A8402DB6}" dt="2026-01-06T07:17:17.316" v="283" actId="20577"/>
        <pc:sldMkLst>
          <pc:docMk/>
          <pc:sldMk cId="558422527" sldId="874"/>
        </pc:sldMkLst>
        <pc:spChg chg="mod">
          <ac:chgData name="Choi, YoungChul" userId="cffd7709-ecf3-4b88-a16d-e42124136eca" providerId="ADAL" clId="{9462CB79-8BDE-48DE-8E9C-87D1A8402DB6}" dt="2026-01-06T07:17:17.316" v="283" actId="20577"/>
          <ac:spMkLst>
            <pc:docMk/>
            <pc:sldMk cId="558422527" sldId="874"/>
            <ac:spMk id="9" creationId="{CD2971FB-E82A-2760-B3EF-F0EE486FD2C7}"/>
          </ac:spMkLst>
        </pc:spChg>
      </pc:sldChg>
      <pc:sldChg chg="modSp add mod">
        <pc:chgData name="Choi, YoungChul" userId="cffd7709-ecf3-4b88-a16d-e42124136eca" providerId="ADAL" clId="{9462CB79-8BDE-48DE-8E9C-87D1A8402DB6}" dt="2026-01-06T07:39:25.879" v="1119" actId="20577"/>
        <pc:sldMkLst>
          <pc:docMk/>
          <pc:sldMk cId="1487253639" sldId="875"/>
        </pc:sldMkLst>
        <pc:spChg chg="mod">
          <ac:chgData name="Choi, YoungChul" userId="cffd7709-ecf3-4b88-a16d-e42124136eca" providerId="ADAL" clId="{9462CB79-8BDE-48DE-8E9C-87D1A8402DB6}" dt="2026-01-06T07:15:57.679" v="208" actId="20577"/>
          <ac:spMkLst>
            <pc:docMk/>
            <pc:sldMk cId="1487253639" sldId="875"/>
            <ac:spMk id="4" creationId="{29B088AC-7128-8F90-F3C3-A77464AF08E5}"/>
          </ac:spMkLst>
        </pc:spChg>
        <pc:spChg chg="mod">
          <ac:chgData name="Choi, YoungChul" userId="cffd7709-ecf3-4b88-a16d-e42124136eca" providerId="ADAL" clId="{9462CB79-8BDE-48DE-8E9C-87D1A8402DB6}" dt="2026-01-06T07:39:25.879" v="1119" actId="20577"/>
          <ac:spMkLst>
            <pc:docMk/>
            <pc:sldMk cId="1487253639" sldId="875"/>
            <ac:spMk id="9" creationId="{6CC6E942-8B1A-21B6-C87A-22DB855340F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fld id="{F6FD56A5-6355-4B13-B783-7CC5477550B3}" type="datetimeFigureOut">
              <a:rPr lang="en-US"/>
              <a:pPr>
                <a:defRPr/>
              </a:pPr>
              <a:t>1/5/2026</a:t>
            </a:fld>
            <a:endParaRPr lang="en-US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7025" y="700088"/>
            <a:ext cx="6203950" cy="34909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424085"/>
            <a:ext cx="5486400" cy="4191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6554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846554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fld id="{6E074355-CE0D-4C68-A6CB-C364ED71B3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0979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Today, I’d like to give you a quick introduction to </a:t>
            </a:r>
            <a:r>
              <a:rPr lang="en-US" b="1" dirty="0" err="1"/>
              <a:t>ClaymoreUW</a:t>
            </a:r>
            <a:r>
              <a:rPr lang="en-US" dirty="0"/>
              <a:t>, the tsunami modeling tool I’ve been using.</a:t>
            </a:r>
            <a:br>
              <a:rPr lang="en-US" dirty="0"/>
            </a:br>
            <a:r>
              <a:rPr lang="en-US" dirty="0"/>
              <a:t>I’ll walk you through what it is and show you how to run a sample simulation using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511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12940-3D4D-E78E-BFBE-FDB61BD94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87E5C4-109C-143C-4EFE-F265FAB519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ACD9B5-B06E-3C30-3F74-C01C740C6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E742E-6C6D-8955-26F6-039BF9D9B4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5459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# local build </a:t>
            </a:r>
            <a:r>
              <a:rPr lang="ko-KR" altLang="en-US" dirty="0"/>
              <a:t>방법 </a:t>
            </a:r>
            <a:r>
              <a:rPr lang="en-US" altLang="ko-KR" dirty="0"/>
              <a:t>- </a:t>
            </a:r>
            <a:r>
              <a:rPr lang="en-US" dirty="0"/>
              <a:t>window OS</a:t>
            </a:r>
          </a:p>
          <a:p>
            <a:endParaRPr lang="en-US" dirty="0"/>
          </a:p>
          <a:p>
            <a:r>
              <a:rPr lang="en-US" dirty="0"/>
              <a:t>- WSL2 </a:t>
            </a:r>
            <a:r>
              <a:rPr lang="ko-KR" altLang="en-US" dirty="0"/>
              <a:t>설치</a:t>
            </a:r>
            <a:r>
              <a:rPr lang="en-US" altLang="ko-KR" dirty="0"/>
              <a:t>/</a:t>
            </a:r>
            <a:r>
              <a:rPr lang="ko-KR" altLang="en-US" dirty="0"/>
              <a:t>열기 </a:t>
            </a:r>
            <a:r>
              <a:rPr lang="en-US" altLang="ko-KR" dirty="0"/>
              <a:t>(WSL </a:t>
            </a:r>
            <a:r>
              <a:rPr lang="ko-KR" altLang="en-US" dirty="0"/>
              <a:t>혹은 </a:t>
            </a:r>
            <a:r>
              <a:rPr lang="en-US" altLang="ko-KR" dirty="0"/>
              <a:t>VS code)</a:t>
            </a:r>
          </a:p>
          <a:p>
            <a:endParaRPr lang="ko-KR" altLang="en-US" dirty="0"/>
          </a:p>
          <a:p>
            <a:r>
              <a:rPr lang="en-US" altLang="ko-KR" dirty="0"/>
              <a:t>0. </a:t>
            </a:r>
            <a:r>
              <a:rPr lang="ko-KR" altLang="en-US" dirty="0"/>
              <a:t>인터넷 연결 </a:t>
            </a:r>
          </a:p>
          <a:p>
            <a:r>
              <a:rPr lang="en-US" dirty="0" err="1"/>
              <a:t>Sudo</a:t>
            </a:r>
            <a:r>
              <a:rPr lang="en-US" dirty="0"/>
              <a:t> nano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resolv.conf</a:t>
            </a:r>
            <a:endParaRPr lang="en-US" dirty="0"/>
          </a:p>
          <a:p>
            <a:r>
              <a:rPr lang="en-US" dirty="0"/>
              <a:t>Nameserver 8.8.8.8</a:t>
            </a:r>
          </a:p>
          <a:p>
            <a:r>
              <a:rPr lang="en-US" dirty="0"/>
              <a:t>Nameserver 8.8.4.4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Github</a:t>
            </a:r>
            <a:r>
              <a:rPr lang="ko-KR" altLang="en-US" dirty="0"/>
              <a:t>에서 </a:t>
            </a:r>
            <a:r>
              <a:rPr lang="en-US" dirty="0"/>
              <a:t>a local install of </a:t>
            </a:r>
            <a:r>
              <a:rPr lang="en-US" dirty="0" err="1"/>
              <a:t>ClaymoreUW</a:t>
            </a:r>
            <a:r>
              <a:rPr lang="en-US" dirty="0"/>
              <a:t> public repo:</a:t>
            </a:r>
          </a:p>
          <a:p>
            <a:r>
              <a:rPr lang="en-US" dirty="0"/>
              <a:t>cd ~</a:t>
            </a:r>
          </a:p>
          <a:p>
            <a:r>
              <a:rPr lang="en-US" dirty="0"/>
              <a:t>git clone https://github.com/youngdie07/claymore.git</a:t>
            </a:r>
          </a:p>
          <a:p>
            <a:endParaRPr lang="en-US" dirty="0"/>
          </a:p>
          <a:p>
            <a:r>
              <a:rPr lang="en-US" dirty="0"/>
              <a:t>(https://github.com/youngdie07/claymore/tree/master)</a:t>
            </a:r>
          </a:p>
          <a:p>
            <a:endParaRPr lang="en-US" dirty="0"/>
          </a:p>
          <a:p>
            <a:r>
              <a:rPr lang="en-US" dirty="0"/>
              <a:t>cd claymore</a:t>
            </a:r>
          </a:p>
          <a:p>
            <a:r>
              <a:rPr lang="en-US" dirty="0" err="1"/>
              <a:t>sudo</a:t>
            </a:r>
            <a:r>
              <a:rPr lang="en-US" dirty="0"/>
              <a:t> apt install build-essential </a:t>
            </a:r>
          </a:p>
          <a:p>
            <a:endParaRPr lang="en-US" dirty="0"/>
          </a:p>
          <a:p>
            <a:r>
              <a:rPr lang="en-US" dirty="0" err="1"/>
              <a:t>nvidia-smi</a:t>
            </a:r>
            <a:r>
              <a:rPr lang="en-US" dirty="0"/>
              <a:t> </a:t>
            </a:r>
          </a:p>
          <a:p>
            <a:r>
              <a:rPr lang="en-US" dirty="0"/>
              <a:t>	- ex) NVIDIA GeForce RTX 4090</a:t>
            </a:r>
          </a:p>
          <a:p>
            <a:r>
              <a:rPr lang="en-US" dirty="0" err="1"/>
              <a:t>nvcc</a:t>
            </a:r>
            <a:r>
              <a:rPr lang="en-US" dirty="0"/>
              <a:t> --version </a:t>
            </a:r>
          </a:p>
          <a:p>
            <a:r>
              <a:rPr lang="en-US" dirty="0"/>
              <a:t>	- ex) cuda_12.0</a:t>
            </a:r>
          </a:p>
          <a:p>
            <a:r>
              <a:rPr lang="en-US" dirty="0" err="1"/>
              <a:t>gcc</a:t>
            </a:r>
            <a:r>
              <a:rPr lang="en-US" dirty="0"/>
              <a:t> --version </a:t>
            </a:r>
          </a:p>
          <a:p>
            <a:r>
              <a:rPr lang="en-US" dirty="0"/>
              <a:t>	- ex) </a:t>
            </a:r>
            <a:r>
              <a:rPr lang="en-US" dirty="0" err="1"/>
              <a:t>gcc</a:t>
            </a:r>
            <a:r>
              <a:rPr lang="en-US" dirty="0"/>
              <a:t> (Ubuntu 13.3.0-6ubuntu2~24.04) 13.3.0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105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# local build </a:t>
            </a:r>
            <a:r>
              <a:rPr lang="ko-KR" altLang="en-US" dirty="0"/>
              <a:t>방법 </a:t>
            </a:r>
            <a:r>
              <a:rPr lang="en-US" altLang="ko-KR" dirty="0"/>
              <a:t>- </a:t>
            </a:r>
            <a:r>
              <a:rPr lang="en-US" dirty="0"/>
              <a:t>window OS</a:t>
            </a:r>
          </a:p>
          <a:p>
            <a:endParaRPr lang="en-US" dirty="0"/>
          </a:p>
          <a:p>
            <a:r>
              <a:rPr lang="en-US" dirty="0"/>
              <a:t>- WSL2 </a:t>
            </a:r>
            <a:r>
              <a:rPr lang="ko-KR" altLang="en-US" dirty="0"/>
              <a:t>설치</a:t>
            </a:r>
            <a:r>
              <a:rPr lang="en-US" altLang="ko-KR" dirty="0"/>
              <a:t>/</a:t>
            </a:r>
            <a:r>
              <a:rPr lang="ko-KR" altLang="en-US" dirty="0"/>
              <a:t>열기 </a:t>
            </a:r>
            <a:r>
              <a:rPr lang="en-US" altLang="ko-KR" dirty="0"/>
              <a:t>(WSL </a:t>
            </a:r>
            <a:r>
              <a:rPr lang="ko-KR" altLang="en-US" dirty="0"/>
              <a:t>혹은 </a:t>
            </a:r>
            <a:r>
              <a:rPr lang="en-US" altLang="ko-KR" dirty="0"/>
              <a:t>VS code)</a:t>
            </a:r>
          </a:p>
          <a:p>
            <a:endParaRPr lang="ko-KR" altLang="en-US" dirty="0"/>
          </a:p>
          <a:p>
            <a:r>
              <a:rPr lang="en-US" altLang="ko-KR" dirty="0"/>
              <a:t>0. </a:t>
            </a:r>
            <a:r>
              <a:rPr lang="ko-KR" altLang="en-US" dirty="0"/>
              <a:t>인터넷 연결 </a:t>
            </a:r>
          </a:p>
          <a:p>
            <a:r>
              <a:rPr lang="en-US" dirty="0" err="1"/>
              <a:t>Sudo</a:t>
            </a:r>
            <a:r>
              <a:rPr lang="en-US" dirty="0"/>
              <a:t> nano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resolv.conf</a:t>
            </a:r>
            <a:endParaRPr lang="en-US" dirty="0"/>
          </a:p>
          <a:p>
            <a:r>
              <a:rPr lang="en-US" dirty="0"/>
              <a:t>Nameserver 8.8.8.8</a:t>
            </a:r>
          </a:p>
          <a:p>
            <a:r>
              <a:rPr lang="en-US" dirty="0"/>
              <a:t>Nameserver 8.8.4.4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Github</a:t>
            </a:r>
            <a:r>
              <a:rPr lang="ko-KR" altLang="en-US" dirty="0"/>
              <a:t>에서 </a:t>
            </a:r>
            <a:r>
              <a:rPr lang="en-US" dirty="0"/>
              <a:t>a local install of </a:t>
            </a:r>
            <a:r>
              <a:rPr lang="en-US" dirty="0" err="1"/>
              <a:t>ClaymoreUW</a:t>
            </a:r>
            <a:r>
              <a:rPr lang="en-US" dirty="0"/>
              <a:t> public repo:</a:t>
            </a:r>
          </a:p>
          <a:p>
            <a:r>
              <a:rPr lang="en-US" dirty="0"/>
              <a:t>cd ~</a:t>
            </a:r>
          </a:p>
          <a:p>
            <a:r>
              <a:rPr lang="en-US" dirty="0"/>
              <a:t>git clone https://github.com/youngdie07/claymore.git</a:t>
            </a:r>
          </a:p>
          <a:p>
            <a:endParaRPr lang="en-US" dirty="0"/>
          </a:p>
          <a:p>
            <a:r>
              <a:rPr lang="en-US" dirty="0"/>
              <a:t>(https://github.com/youngdie07/claymore/tree/master)</a:t>
            </a:r>
          </a:p>
          <a:p>
            <a:endParaRPr lang="en-US" dirty="0"/>
          </a:p>
          <a:p>
            <a:r>
              <a:rPr lang="en-US" dirty="0"/>
              <a:t>cd claymore</a:t>
            </a:r>
          </a:p>
          <a:p>
            <a:r>
              <a:rPr lang="en-US" dirty="0" err="1"/>
              <a:t>sudo</a:t>
            </a:r>
            <a:r>
              <a:rPr lang="en-US" dirty="0"/>
              <a:t> apt install build-essential </a:t>
            </a:r>
          </a:p>
          <a:p>
            <a:endParaRPr lang="en-US" dirty="0"/>
          </a:p>
          <a:p>
            <a:r>
              <a:rPr lang="en-US" dirty="0" err="1"/>
              <a:t>nvidia-smi</a:t>
            </a:r>
            <a:r>
              <a:rPr lang="en-US" dirty="0"/>
              <a:t> </a:t>
            </a:r>
          </a:p>
          <a:p>
            <a:r>
              <a:rPr lang="en-US" dirty="0"/>
              <a:t>	- ex) NVIDIA GeForce RTX 4090</a:t>
            </a:r>
          </a:p>
          <a:p>
            <a:r>
              <a:rPr lang="en-US" dirty="0" err="1"/>
              <a:t>nvcc</a:t>
            </a:r>
            <a:r>
              <a:rPr lang="en-US" dirty="0"/>
              <a:t> --version </a:t>
            </a:r>
          </a:p>
          <a:p>
            <a:r>
              <a:rPr lang="en-US" dirty="0"/>
              <a:t>	- ex) cuda_12.0</a:t>
            </a:r>
          </a:p>
          <a:p>
            <a:r>
              <a:rPr lang="en-US" dirty="0" err="1"/>
              <a:t>gcc</a:t>
            </a:r>
            <a:r>
              <a:rPr lang="en-US" dirty="0"/>
              <a:t> --version </a:t>
            </a:r>
          </a:p>
          <a:p>
            <a:r>
              <a:rPr lang="en-US" dirty="0"/>
              <a:t>	- ex) </a:t>
            </a:r>
            <a:r>
              <a:rPr lang="en-US" dirty="0" err="1"/>
              <a:t>gcc</a:t>
            </a:r>
            <a:r>
              <a:rPr lang="en-US" dirty="0"/>
              <a:t> (Ubuntu 13.3.0-6ubuntu2~24.04) 13.3.0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7135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# local build </a:t>
            </a:r>
            <a:r>
              <a:rPr lang="ko-KR" altLang="en-US" dirty="0"/>
              <a:t>방법 </a:t>
            </a:r>
            <a:r>
              <a:rPr lang="en-US" altLang="ko-KR" dirty="0"/>
              <a:t>- </a:t>
            </a:r>
            <a:r>
              <a:rPr lang="en-US" dirty="0"/>
              <a:t>window OS</a:t>
            </a:r>
          </a:p>
          <a:p>
            <a:endParaRPr lang="en-US" dirty="0"/>
          </a:p>
          <a:p>
            <a:r>
              <a:rPr lang="en-US" dirty="0"/>
              <a:t>- WSL2 </a:t>
            </a:r>
            <a:r>
              <a:rPr lang="ko-KR" altLang="en-US" dirty="0"/>
              <a:t>설치</a:t>
            </a:r>
            <a:r>
              <a:rPr lang="en-US" altLang="ko-KR" dirty="0"/>
              <a:t>/</a:t>
            </a:r>
            <a:r>
              <a:rPr lang="ko-KR" altLang="en-US" dirty="0"/>
              <a:t>열기 </a:t>
            </a:r>
            <a:r>
              <a:rPr lang="en-US" altLang="ko-KR" dirty="0"/>
              <a:t>(WSL </a:t>
            </a:r>
            <a:r>
              <a:rPr lang="ko-KR" altLang="en-US" dirty="0"/>
              <a:t>혹은 </a:t>
            </a:r>
            <a:r>
              <a:rPr lang="en-US" altLang="ko-KR" dirty="0"/>
              <a:t>VS code)</a:t>
            </a:r>
          </a:p>
          <a:p>
            <a:endParaRPr lang="ko-KR" altLang="en-US" dirty="0"/>
          </a:p>
          <a:p>
            <a:r>
              <a:rPr lang="en-US" altLang="ko-KR" dirty="0"/>
              <a:t>0. </a:t>
            </a:r>
            <a:r>
              <a:rPr lang="ko-KR" altLang="en-US" dirty="0"/>
              <a:t>인터넷 연결 </a:t>
            </a:r>
          </a:p>
          <a:p>
            <a:r>
              <a:rPr lang="en-US" dirty="0" err="1"/>
              <a:t>Sudo</a:t>
            </a:r>
            <a:r>
              <a:rPr lang="en-US" dirty="0"/>
              <a:t> nano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resolv.conf</a:t>
            </a:r>
            <a:endParaRPr lang="en-US" dirty="0"/>
          </a:p>
          <a:p>
            <a:r>
              <a:rPr lang="en-US" dirty="0"/>
              <a:t>Nameserver 8.8.8.8</a:t>
            </a:r>
          </a:p>
          <a:p>
            <a:r>
              <a:rPr lang="en-US" dirty="0"/>
              <a:t>Nameserver 8.8.4.4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Github</a:t>
            </a:r>
            <a:r>
              <a:rPr lang="ko-KR" altLang="en-US" dirty="0"/>
              <a:t>에서 </a:t>
            </a:r>
            <a:r>
              <a:rPr lang="en-US" dirty="0"/>
              <a:t>a local install of </a:t>
            </a:r>
            <a:r>
              <a:rPr lang="en-US" dirty="0" err="1"/>
              <a:t>ClaymoreUW</a:t>
            </a:r>
            <a:r>
              <a:rPr lang="en-US" dirty="0"/>
              <a:t> public repo:</a:t>
            </a:r>
          </a:p>
          <a:p>
            <a:r>
              <a:rPr lang="en-US" dirty="0"/>
              <a:t>cd ~</a:t>
            </a:r>
          </a:p>
          <a:p>
            <a:r>
              <a:rPr lang="en-US" dirty="0"/>
              <a:t>git clone https://github.com/youngdie07/claymore.git</a:t>
            </a:r>
          </a:p>
          <a:p>
            <a:endParaRPr lang="en-US" dirty="0"/>
          </a:p>
          <a:p>
            <a:r>
              <a:rPr lang="en-US" dirty="0"/>
              <a:t>(https://github.com/youngdie07/claymore/tree/master)</a:t>
            </a:r>
          </a:p>
          <a:p>
            <a:endParaRPr lang="en-US" dirty="0"/>
          </a:p>
          <a:p>
            <a:r>
              <a:rPr lang="en-US" dirty="0"/>
              <a:t>cd claymore</a:t>
            </a:r>
          </a:p>
          <a:p>
            <a:r>
              <a:rPr lang="en-US" dirty="0" err="1"/>
              <a:t>sudo</a:t>
            </a:r>
            <a:r>
              <a:rPr lang="en-US" dirty="0"/>
              <a:t> apt install build-essential </a:t>
            </a:r>
          </a:p>
          <a:p>
            <a:endParaRPr lang="en-US" dirty="0"/>
          </a:p>
          <a:p>
            <a:r>
              <a:rPr lang="en-US" dirty="0" err="1"/>
              <a:t>nvidia-smi</a:t>
            </a:r>
            <a:r>
              <a:rPr lang="en-US" dirty="0"/>
              <a:t> </a:t>
            </a:r>
          </a:p>
          <a:p>
            <a:r>
              <a:rPr lang="en-US" dirty="0"/>
              <a:t>	- ex) NVIDIA GeForce RTX 4090</a:t>
            </a:r>
          </a:p>
          <a:p>
            <a:r>
              <a:rPr lang="en-US" dirty="0" err="1"/>
              <a:t>nvcc</a:t>
            </a:r>
            <a:r>
              <a:rPr lang="en-US" dirty="0"/>
              <a:t> --version </a:t>
            </a:r>
          </a:p>
          <a:p>
            <a:r>
              <a:rPr lang="en-US" dirty="0"/>
              <a:t>	- ex) cuda_12.0</a:t>
            </a:r>
          </a:p>
          <a:p>
            <a:r>
              <a:rPr lang="en-US" dirty="0" err="1"/>
              <a:t>gcc</a:t>
            </a:r>
            <a:r>
              <a:rPr lang="en-US" dirty="0"/>
              <a:t> --version </a:t>
            </a:r>
          </a:p>
          <a:p>
            <a:r>
              <a:rPr lang="en-US" dirty="0"/>
              <a:t>	- ex) </a:t>
            </a:r>
            <a:r>
              <a:rPr lang="en-US" dirty="0" err="1"/>
              <a:t>gcc</a:t>
            </a:r>
            <a:r>
              <a:rPr lang="en-US" dirty="0"/>
              <a:t> (Ubuntu 13.3.0-6ubuntu2~24.04) 13.3.0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402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# local build </a:t>
            </a:r>
            <a:r>
              <a:rPr lang="ko-KR" altLang="en-US" dirty="0"/>
              <a:t>방법 </a:t>
            </a:r>
            <a:r>
              <a:rPr lang="en-US" altLang="ko-KR" dirty="0"/>
              <a:t>- </a:t>
            </a:r>
            <a:r>
              <a:rPr lang="en-US" dirty="0"/>
              <a:t>window OS</a:t>
            </a:r>
          </a:p>
          <a:p>
            <a:endParaRPr lang="en-US" dirty="0"/>
          </a:p>
          <a:p>
            <a:r>
              <a:rPr lang="en-US" dirty="0"/>
              <a:t>- WSL2 </a:t>
            </a:r>
            <a:r>
              <a:rPr lang="ko-KR" altLang="en-US" dirty="0"/>
              <a:t>설치</a:t>
            </a:r>
            <a:r>
              <a:rPr lang="en-US" altLang="ko-KR" dirty="0"/>
              <a:t>/</a:t>
            </a:r>
            <a:r>
              <a:rPr lang="ko-KR" altLang="en-US" dirty="0"/>
              <a:t>열기 </a:t>
            </a:r>
            <a:r>
              <a:rPr lang="en-US" altLang="ko-KR" dirty="0"/>
              <a:t>(WSL </a:t>
            </a:r>
            <a:r>
              <a:rPr lang="ko-KR" altLang="en-US" dirty="0"/>
              <a:t>혹은 </a:t>
            </a:r>
            <a:r>
              <a:rPr lang="en-US" altLang="ko-KR" dirty="0"/>
              <a:t>VS code)</a:t>
            </a:r>
          </a:p>
          <a:p>
            <a:endParaRPr lang="ko-KR" altLang="en-US" dirty="0"/>
          </a:p>
          <a:p>
            <a:r>
              <a:rPr lang="en-US" altLang="ko-KR" dirty="0"/>
              <a:t>0. </a:t>
            </a:r>
            <a:r>
              <a:rPr lang="ko-KR" altLang="en-US" dirty="0"/>
              <a:t>인터넷 연결 </a:t>
            </a:r>
          </a:p>
          <a:p>
            <a:r>
              <a:rPr lang="en-US" dirty="0" err="1"/>
              <a:t>Sudo</a:t>
            </a:r>
            <a:r>
              <a:rPr lang="en-US" dirty="0"/>
              <a:t> nano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resolv.conf</a:t>
            </a:r>
            <a:endParaRPr lang="en-US" dirty="0"/>
          </a:p>
          <a:p>
            <a:r>
              <a:rPr lang="en-US" dirty="0"/>
              <a:t>Nameserver 8.8.8.8</a:t>
            </a:r>
          </a:p>
          <a:p>
            <a:r>
              <a:rPr lang="en-US" dirty="0"/>
              <a:t>Nameserver 8.8.4.4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Github</a:t>
            </a:r>
            <a:r>
              <a:rPr lang="ko-KR" altLang="en-US" dirty="0"/>
              <a:t>에서 </a:t>
            </a:r>
            <a:r>
              <a:rPr lang="en-US" dirty="0"/>
              <a:t>a local install of </a:t>
            </a:r>
            <a:r>
              <a:rPr lang="en-US" dirty="0" err="1"/>
              <a:t>ClaymoreUW</a:t>
            </a:r>
            <a:r>
              <a:rPr lang="en-US" dirty="0"/>
              <a:t> public repo:</a:t>
            </a:r>
          </a:p>
          <a:p>
            <a:r>
              <a:rPr lang="en-US" dirty="0"/>
              <a:t>cd ~</a:t>
            </a:r>
          </a:p>
          <a:p>
            <a:r>
              <a:rPr lang="en-US" dirty="0"/>
              <a:t>git clone https://github.com/youngdie07/claymore.git</a:t>
            </a:r>
          </a:p>
          <a:p>
            <a:endParaRPr lang="en-US" dirty="0"/>
          </a:p>
          <a:p>
            <a:r>
              <a:rPr lang="en-US" dirty="0"/>
              <a:t>(https://github.com/youngdie07/claymore/tree/master)</a:t>
            </a:r>
          </a:p>
          <a:p>
            <a:endParaRPr lang="en-US" dirty="0"/>
          </a:p>
          <a:p>
            <a:r>
              <a:rPr lang="en-US" dirty="0"/>
              <a:t>cd claymore</a:t>
            </a:r>
          </a:p>
          <a:p>
            <a:r>
              <a:rPr lang="en-US" dirty="0" err="1"/>
              <a:t>sudo</a:t>
            </a:r>
            <a:r>
              <a:rPr lang="en-US" dirty="0"/>
              <a:t> apt install build-essential </a:t>
            </a:r>
          </a:p>
          <a:p>
            <a:endParaRPr lang="en-US" dirty="0"/>
          </a:p>
          <a:p>
            <a:r>
              <a:rPr lang="en-US" dirty="0" err="1"/>
              <a:t>nvidia-smi</a:t>
            </a:r>
            <a:r>
              <a:rPr lang="en-US" dirty="0"/>
              <a:t> </a:t>
            </a:r>
          </a:p>
          <a:p>
            <a:r>
              <a:rPr lang="en-US" dirty="0"/>
              <a:t>	- ex) NVIDIA GeForce RTX 4090</a:t>
            </a:r>
          </a:p>
          <a:p>
            <a:r>
              <a:rPr lang="en-US" dirty="0" err="1"/>
              <a:t>nvcc</a:t>
            </a:r>
            <a:r>
              <a:rPr lang="en-US" dirty="0"/>
              <a:t> --version </a:t>
            </a:r>
          </a:p>
          <a:p>
            <a:r>
              <a:rPr lang="en-US" dirty="0"/>
              <a:t>	- ex) cuda_12.0</a:t>
            </a:r>
          </a:p>
          <a:p>
            <a:r>
              <a:rPr lang="en-US" dirty="0" err="1"/>
              <a:t>gcc</a:t>
            </a:r>
            <a:r>
              <a:rPr lang="en-US" dirty="0"/>
              <a:t> --version </a:t>
            </a:r>
          </a:p>
          <a:p>
            <a:r>
              <a:rPr lang="en-US" dirty="0"/>
              <a:t>	- ex) </a:t>
            </a:r>
            <a:r>
              <a:rPr lang="en-US" dirty="0" err="1"/>
              <a:t>gcc</a:t>
            </a:r>
            <a:r>
              <a:rPr lang="en-US" dirty="0"/>
              <a:t> (Ubuntu 13.3.0-6ubuntu2~24.04) 13.3.0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733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23192-B9C9-DBFC-0775-808478D7C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EE0184-EBEA-5737-B80D-791656DF91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98AEF1-FBD6-BCB4-B884-1A22451340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# local build </a:t>
            </a:r>
            <a:r>
              <a:rPr lang="ko-KR" altLang="en-US" dirty="0"/>
              <a:t>방법 </a:t>
            </a:r>
            <a:r>
              <a:rPr lang="en-US" altLang="ko-KR" dirty="0"/>
              <a:t>- </a:t>
            </a:r>
            <a:r>
              <a:rPr lang="en-US" dirty="0"/>
              <a:t>window OS</a:t>
            </a:r>
          </a:p>
          <a:p>
            <a:endParaRPr lang="en-US" dirty="0"/>
          </a:p>
          <a:p>
            <a:r>
              <a:rPr lang="en-US" dirty="0"/>
              <a:t>- WSL2 </a:t>
            </a:r>
            <a:r>
              <a:rPr lang="ko-KR" altLang="en-US" dirty="0"/>
              <a:t>설치</a:t>
            </a:r>
            <a:r>
              <a:rPr lang="en-US" altLang="ko-KR" dirty="0"/>
              <a:t>/</a:t>
            </a:r>
            <a:r>
              <a:rPr lang="ko-KR" altLang="en-US" dirty="0"/>
              <a:t>열기 </a:t>
            </a:r>
            <a:r>
              <a:rPr lang="en-US" altLang="ko-KR" dirty="0"/>
              <a:t>(WSL </a:t>
            </a:r>
            <a:r>
              <a:rPr lang="ko-KR" altLang="en-US" dirty="0"/>
              <a:t>혹은 </a:t>
            </a:r>
            <a:r>
              <a:rPr lang="en-US" altLang="ko-KR" dirty="0"/>
              <a:t>VS code)</a:t>
            </a:r>
          </a:p>
          <a:p>
            <a:endParaRPr lang="ko-KR" altLang="en-US" dirty="0"/>
          </a:p>
          <a:p>
            <a:r>
              <a:rPr lang="en-US" altLang="ko-KR" dirty="0"/>
              <a:t>0. </a:t>
            </a:r>
            <a:r>
              <a:rPr lang="ko-KR" altLang="en-US" dirty="0"/>
              <a:t>인터넷 연결 </a:t>
            </a:r>
          </a:p>
          <a:p>
            <a:r>
              <a:rPr lang="en-US" dirty="0" err="1"/>
              <a:t>Sudo</a:t>
            </a:r>
            <a:r>
              <a:rPr lang="en-US" dirty="0"/>
              <a:t> nano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resolv.conf</a:t>
            </a:r>
            <a:endParaRPr lang="en-US" dirty="0"/>
          </a:p>
          <a:p>
            <a:r>
              <a:rPr lang="en-US" dirty="0"/>
              <a:t>Nameserver 8.8.8.8</a:t>
            </a:r>
          </a:p>
          <a:p>
            <a:r>
              <a:rPr lang="en-US" dirty="0"/>
              <a:t>Nameserver 8.8.4.4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Github</a:t>
            </a:r>
            <a:r>
              <a:rPr lang="ko-KR" altLang="en-US" dirty="0"/>
              <a:t>에서 </a:t>
            </a:r>
            <a:r>
              <a:rPr lang="en-US" dirty="0"/>
              <a:t>a local install of </a:t>
            </a:r>
            <a:r>
              <a:rPr lang="en-US" dirty="0" err="1"/>
              <a:t>ClaymoreUW</a:t>
            </a:r>
            <a:r>
              <a:rPr lang="en-US" dirty="0"/>
              <a:t> public repo:</a:t>
            </a:r>
          </a:p>
          <a:p>
            <a:r>
              <a:rPr lang="en-US" dirty="0"/>
              <a:t>cd ~</a:t>
            </a:r>
          </a:p>
          <a:p>
            <a:r>
              <a:rPr lang="en-US" dirty="0"/>
              <a:t>git clone https://github.com/youngdie07/claymore.git</a:t>
            </a:r>
          </a:p>
          <a:p>
            <a:endParaRPr lang="en-US" dirty="0"/>
          </a:p>
          <a:p>
            <a:r>
              <a:rPr lang="en-US" dirty="0"/>
              <a:t>(https://github.com/youngdie07/claymore/tree/master)</a:t>
            </a:r>
          </a:p>
          <a:p>
            <a:endParaRPr lang="en-US" dirty="0"/>
          </a:p>
          <a:p>
            <a:r>
              <a:rPr lang="en-US" dirty="0"/>
              <a:t>cd claymore</a:t>
            </a:r>
          </a:p>
          <a:p>
            <a:r>
              <a:rPr lang="en-US" dirty="0" err="1"/>
              <a:t>sudo</a:t>
            </a:r>
            <a:r>
              <a:rPr lang="en-US" dirty="0"/>
              <a:t> apt install build-essential </a:t>
            </a:r>
          </a:p>
          <a:p>
            <a:endParaRPr lang="en-US" dirty="0"/>
          </a:p>
          <a:p>
            <a:r>
              <a:rPr lang="en-US" dirty="0" err="1"/>
              <a:t>nvidia-smi</a:t>
            </a:r>
            <a:r>
              <a:rPr lang="en-US" dirty="0"/>
              <a:t> </a:t>
            </a:r>
          </a:p>
          <a:p>
            <a:r>
              <a:rPr lang="en-US" dirty="0"/>
              <a:t>	- ex) NVIDIA GeForce RTX 4090</a:t>
            </a:r>
          </a:p>
          <a:p>
            <a:r>
              <a:rPr lang="en-US" dirty="0" err="1"/>
              <a:t>nvcc</a:t>
            </a:r>
            <a:r>
              <a:rPr lang="en-US" dirty="0"/>
              <a:t> --version </a:t>
            </a:r>
          </a:p>
          <a:p>
            <a:r>
              <a:rPr lang="en-US" dirty="0"/>
              <a:t>	- ex) cuda_12.0</a:t>
            </a:r>
          </a:p>
          <a:p>
            <a:r>
              <a:rPr lang="en-US" dirty="0" err="1"/>
              <a:t>gcc</a:t>
            </a:r>
            <a:r>
              <a:rPr lang="en-US" dirty="0"/>
              <a:t> --version </a:t>
            </a:r>
          </a:p>
          <a:p>
            <a:r>
              <a:rPr lang="en-US" dirty="0"/>
              <a:t>	- ex) </a:t>
            </a:r>
            <a:r>
              <a:rPr lang="en-US" dirty="0" err="1"/>
              <a:t>gcc</a:t>
            </a:r>
            <a:r>
              <a:rPr lang="en-US" dirty="0"/>
              <a:t> (Ubuntu 13.3.0-6ubuntu2~24.04) 13.3.0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24B5A-D6E5-1B54-26A2-410C831662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5455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272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343"/>
            <a:ext cx="7772400" cy="110299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/>
                </a:solidFill>
                <a:latin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61331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82496"/>
            <a:ext cx="8229600" cy="29489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0783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2"/>
                </a:solidFill>
                <a:latin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5988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82496"/>
            <a:ext cx="4038600" cy="3017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82496"/>
            <a:ext cx="4038600" cy="3017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6750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88" y="641510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20884"/>
            <a:ext cx="5111750" cy="40511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0688" y="1601629"/>
            <a:ext cx="3008313" cy="31418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6964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829050"/>
            <a:ext cx="5486400" cy="42576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85800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254817"/>
            <a:ext cx="5486400" cy="6029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6138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69085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82496"/>
            <a:ext cx="8229600" cy="2914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7501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2"/>
                </a:solidFill>
                <a:latin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9158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82496"/>
            <a:ext cx="4038600" cy="31087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82496"/>
            <a:ext cx="4038600" cy="31087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043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20688" y="641510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575050" y="920884"/>
            <a:ext cx="5111750" cy="40511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420688" y="1601629"/>
            <a:ext cx="3008313" cy="31418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90217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792288" y="3829050"/>
            <a:ext cx="5486400" cy="42576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85800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254817"/>
            <a:ext cx="5486400" cy="6029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6708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7"/>
          <p:cNvSpPr>
            <a:spLocks noGrp="1"/>
          </p:cNvSpPr>
          <p:nvPr>
            <p:ph type="title"/>
          </p:nvPr>
        </p:nvSpPr>
        <p:spPr>
          <a:xfrm>
            <a:off x="495300" y="1200150"/>
            <a:ext cx="7886700" cy="175260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/>
          <a:p>
            <a:r>
              <a:rPr lang="en-US" dirty="0"/>
              <a:t>Insert your</a:t>
            </a:r>
            <a:br>
              <a:rPr lang="en-US" dirty="0"/>
            </a:br>
            <a:r>
              <a:rPr lang="en-US" dirty="0"/>
              <a:t>headline here</a:t>
            </a:r>
            <a:br>
              <a:rPr lang="en-US" dirty="0"/>
            </a:br>
            <a:r>
              <a:rPr lang="en-US" dirty="0"/>
              <a:t>up to 3 lines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>
          <a:xfrm>
            <a:off x="495300" y="3333749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Insert your subtitle or any additional description text here up to</a:t>
            </a:r>
            <a:br>
              <a:rPr lang="en-US" dirty="0"/>
            </a:br>
            <a:r>
              <a:rPr lang="en-US" dirty="0"/>
              <a:t>two lines of text or you can delete this text box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628650" y="3105150"/>
            <a:ext cx="561975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9"/>
          <p:cNvSpPr txBox="1">
            <a:spLocks/>
          </p:cNvSpPr>
          <p:nvPr userDrawn="1"/>
        </p:nvSpPr>
        <p:spPr>
          <a:xfrm>
            <a:off x="490384" y="4171949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50000"/>
              </a:lnSpc>
              <a:spcAft>
                <a:spcPts val="0"/>
              </a:spcAft>
            </a:pPr>
            <a:r>
              <a:rPr lang="en-US" sz="1050" b="0" i="0" cap="all" baseline="0" dirty="0">
                <a:latin typeface="Arial Black" charset="0"/>
              </a:rPr>
              <a:t>Presenter or speaker name</a:t>
            </a:r>
          </a:p>
          <a:p>
            <a:pPr fontAlgn="auto">
              <a:lnSpc>
                <a:spcPct val="30000"/>
              </a:lnSpc>
              <a:spcAft>
                <a:spcPts val="0"/>
              </a:spcAft>
            </a:pPr>
            <a:r>
              <a:rPr lang="en-US" sz="1050" dirty="0"/>
              <a:t>Position/Role,</a:t>
            </a:r>
            <a:r>
              <a:rPr lang="en-US" sz="1050" baseline="0" dirty="0"/>
              <a:t> The University of Texas at Austin</a:t>
            </a:r>
            <a:endParaRPr lang="en-US" sz="1050" dirty="0"/>
          </a:p>
        </p:txBody>
      </p:sp>
      <p:sp>
        <p:nvSpPr>
          <p:cNvPr id="16" name="Text Placeholder 9"/>
          <p:cNvSpPr txBox="1">
            <a:spLocks/>
          </p:cNvSpPr>
          <p:nvPr userDrawn="1"/>
        </p:nvSpPr>
        <p:spPr>
          <a:xfrm>
            <a:off x="548640" y="457200"/>
            <a:ext cx="7828444" cy="3892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1200" b="0" i="0" cap="all" baseline="0" dirty="0">
                <a:latin typeface="Arial Black" charset="0"/>
              </a:rPr>
              <a:t>Month 20xx</a:t>
            </a:r>
            <a:endParaRPr lang="en-US" sz="1200" b="0" dirty="0"/>
          </a:p>
        </p:txBody>
      </p:sp>
    </p:spTree>
    <p:extLst>
      <p:ext uri="{BB962C8B-B14F-4D97-AF65-F5344CB8AC3E}">
        <p14:creationId xmlns:p14="http://schemas.microsoft.com/office/powerpoint/2010/main" val="1503322918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800" b="1" i="0" kern="800" cap="all" normalizeH="0" baseline="0">
          <a:solidFill>
            <a:schemeClr val="bg1"/>
          </a:solidFill>
          <a:latin typeface="Arial Black" charset="0"/>
          <a:ea typeface="Arial Black" charset="0"/>
          <a:cs typeface="Arial Black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/>
        <a:buNone/>
        <a:defRPr sz="1400" b="0" i="0" kern="1200" baseline="0">
          <a:solidFill>
            <a:schemeClr val="bg1"/>
          </a:solidFill>
          <a:latin typeface="Arial" charset="0"/>
          <a:ea typeface="Arial" charset="0"/>
          <a:cs typeface="Arial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80210"/>
            <a:ext cx="8229600" cy="294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1823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7" r:id="rId5"/>
    <p:sldLayoutId id="2147483668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bg2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bg2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bg2"/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bg2"/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bg2"/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bg2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9972"/>
            <a:ext cx="822960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91638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7" r:id="rId5"/>
    <p:sldLayoutId id="2147483678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bg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oungdie07/claymore.gi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tacc.utexas.edu/hpc/lonestar6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>
            <a:off x="628650" y="3105150"/>
            <a:ext cx="5619750" cy="0"/>
          </a:xfrm>
          <a:prstGeom prst="line">
            <a:avLst/>
          </a:prstGeom>
          <a:ln w="19050">
            <a:solidFill>
              <a:srgbClr val="BF5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9"/>
          <p:cNvSpPr txBox="1">
            <a:spLocks/>
          </p:cNvSpPr>
          <p:nvPr/>
        </p:nvSpPr>
        <p:spPr>
          <a:xfrm>
            <a:off x="548640" y="4114800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50000"/>
              </a:lnSpc>
              <a:spcAft>
                <a:spcPts val="0"/>
              </a:spcAft>
            </a:pPr>
            <a:r>
              <a:rPr lang="en-US" sz="1050" b="0" i="0" cap="all" baseline="0" dirty="0" err="1">
                <a:solidFill>
                  <a:srgbClr val="BF5700"/>
                </a:solidFill>
                <a:latin typeface="Arial Black" charset="0"/>
              </a:rPr>
              <a:t>Youngchul</a:t>
            </a:r>
            <a:r>
              <a:rPr lang="en-US" sz="1050" b="0" i="0" cap="all" baseline="0" dirty="0">
                <a:solidFill>
                  <a:srgbClr val="BF5700"/>
                </a:solidFill>
                <a:latin typeface="Arial Black" charset="0"/>
              </a:rPr>
              <a:t> choi</a:t>
            </a:r>
          </a:p>
          <a:p>
            <a:pPr fontAlgn="auto">
              <a:lnSpc>
                <a:spcPct val="30000"/>
              </a:lnSpc>
              <a:spcAft>
                <a:spcPts val="0"/>
              </a:spcAft>
            </a:pPr>
            <a:r>
              <a:rPr lang="en-US" sz="1050" dirty="0">
                <a:solidFill>
                  <a:srgbClr val="BF5700"/>
                </a:solidFill>
              </a:rPr>
              <a:t>Master’s Student </a:t>
            </a:r>
            <a:r>
              <a:rPr lang="en-US" altLang="ko-KR" sz="1050" dirty="0">
                <a:solidFill>
                  <a:srgbClr val="BF5700"/>
                </a:solidFill>
              </a:rPr>
              <a:t>in</a:t>
            </a:r>
            <a:r>
              <a:rPr lang="ko-KR" altLang="en-US" sz="1050" dirty="0">
                <a:solidFill>
                  <a:srgbClr val="BF5700"/>
                </a:solidFill>
              </a:rPr>
              <a:t> </a:t>
            </a:r>
            <a:r>
              <a:rPr lang="en-US" sz="1050" dirty="0">
                <a:solidFill>
                  <a:srgbClr val="BF5700"/>
                </a:solidFill>
              </a:rPr>
              <a:t>Coastal Hazards Lab at</a:t>
            </a:r>
            <a:r>
              <a:rPr lang="en-US" sz="1050" baseline="0" dirty="0">
                <a:solidFill>
                  <a:srgbClr val="BF5700"/>
                </a:solidFill>
              </a:rPr>
              <a:t> The University of Texas at Austin</a:t>
            </a:r>
            <a:endParaRPr lang="en-US" sz="1050" dirty="0">
              <a:solidFill>
                <a:srgbClr val="BF5700"/>
              </a:solidFill>
            </a:endParaRPr>
          </a:p>
        </p:txBody>
      </p:sp>
      <p:sp>
        <p:nvSpPr>
          <p:cNvPr id="12" name="Text Placeholder 9"/>
          <p:cNvSpPr txBox="1">
            <a:spLocks/>
          </p:cNvSpPr>
          <p:nvPr/>
        </p:nvSpPr>
        <p:spPr>
          <a:xfrm>
            <a:off x="548640" y="457200"/>
            <a:ext cx="7828444" cy="3892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1200" cap="all" dirty="0">
                <a:solidFill>
                  <a:srgbClr val="BF5700"/>
                </a:solidFill>
                <a:latin typeface="Arial Black" charset="0"/>
              </a:rPr>
              <a:t>Jan 5</a:t>
            </a:r>
            <a:r>
              <a:rPr lang="en-US" sz="1200" b="0" i="0" cap="all" baseline="0" dirty="0">
                <a:solidFill>
                  <a:srgbClr val="BF5700"/>
                </a:solidFill>
                <a:latin typeface="Arial Black" charset="0"/>
              </a:rPr>
              <a:t> 2026</a:t>
            </a:r>
            <a:endParaRPr lang="en-US" sz="1200" b="0" dirty="0">
              <a:solidFill>
                <a:srgbClr val="BF5700"/>
              </a:solidFill>
            </a:endParaRPr>
          </a:p>
        </p:txBody>
      </p:sp>
      <p:sp>
        <p:nvSpPr>
          <p:cNvPr id="13" name="Title Placeholder 7"/>
          <p:cNvSpPr txBox="1">
            <a:spLocks/>
          </p:cNvSpPr>
          <p:nvPr/>
        </p:nvSpPr>
        <p:spPr>
          <a:xfrm>
            <a:off x="502920" y="1200150"/>
            <a:ext cx="7886700" cy="175260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4800" b="1" i="0" kern="800" cap="all" normalizeH="0" baseline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>
                <a:solidFill>
                  <a:srgbClr val="BF5700"/>
                </a:solidFill>
              </a:rPr>
              <a:t>How to Run </a:t>
            </a:r>
            <a:r>
              <a:rPr lang="en-US" dirty="0" err="1">
                <a:solidFill>
                  <a:srgbClr val="BF5700"/>
                </a:solidFill>
              </a:rPr>
              <a:t>ClaymoreUW</a:t>
            </a:r>
            <a:r>
              <a:rPr lang="en-US" dirty="0">
                <a:solidFill>
                  <a:srgbClr val="BF5700"/>
                </a:solidFill>
              </a:rPr>
              <a:t> Remotely</a:t>
            </a:r>
          </a:p>
        </p:txBody>
      </p:sp>
      <p:sp>
        <p:nvSpPr>
          <p:cNvPr id="15" name="Text Placeholder 9"/>
          <p:cNvSpPr txBox="1">
            <a:spLocks/>
          </p:cNvSpPr>
          <p:nvPr/>
        </p:nvSpPr>
        <p:spPr>
          <a:xfrm>
            <a:off x="548640" y="3333749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 err="1">
                <a:solidFill>
                  <a:srgbClr val="BF5700"/>
                </a:solidFill>
              </a:rPr>
              <a:t>ClaymoreUW</a:t>
            </a:r>
            <a:r>
              <a:rPr lang="en-US" dirty="0">
                <a:solidFill>
                  <a:srgbClr val="BF5700"/>
                </a:solidFill>
              </a:rPr>
              <a:t> using Material Point Method</a:t>
            </a:r>
          </a:p>
          <a:p>
            <a:pPr fontAlgn="auto">
              <a:spcAft>
                <a:spcPts val="0"/>
              </a:spcAft>
            </a:pPr>
            <a:r>
              <a:rPr lang="en-US" dirty="0">
                <a:solidFill>
                  <a:srgbClr val="BF5700"/>
                </a:solidFill>
              </a:rPr>
              <a:t>: Running Sample simulation 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699" y="320040"/>
            <a:ext cx="1877397" cy="91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105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2F6A4-DD53-D741-6F15-58A54F9DD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C876BBC-F8A0-8294-8BB7-02BB2D7BA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Process – Remote run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D2971FB-E82A-2760-B3EF-F0EE486FD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Clone the Git Repository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Build &amp; Compilation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Run the program (Test simulations)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Run multiple simulations 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58422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Process 1: Clone the Git Repository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Open editor &amp; terminal VS code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Connect SSH to Lonestar6(LS6.TACC.UTEXAS.EDU)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Open bash terminal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Go to root directory to clone </a:t>
            </a:r>
            <a:r>
              <a:rPr lang="en-US" sz="2000" dirty="0" err="1"/>
              <a:t>ClaymoreUW</a:t>
            </a:r>
            <a:endParaRPr lang="en-US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cd /scratch/10077/ycchoi1313/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C0C0C0"/>
                </a:highlight>
              </a:rPr>
              <a:t>git clone </a:t>
            </a:r>
            <a:r>
              <a:rPr lang="en-US" sz="1600" dirty="0">
                <a:highlight>
                  <a:srgbClr val="C0C0C0"/>
                </a:highlight>
                <a:hlinkClick r:id="rId3"/>
              </a:rPr>
              <a:t>https://github.com/youngdie07/claymore.git</a:t>
            </a:r>
            <a:r>
              <a:rPr lang="en-US" sz="1600" dirty="0">
                <a:highlight>
                  <a:srgbClr val="C0C0C0"/>
                </a:highlight>
              </a:rPr>
              <a:t> </a:t>
            </a:r>
            <a:r>
              <a:rPr lang="en-US" sz="1600" dirty="0" err="1">
                <a:highlight>
                  <a:srgbClr val="C0C0C0"/>
                </a:highlight>
              </a:rPr>
              <a:t>folder_name</a:t>
            </a:r>
            <a:endParaRPr lang="en-US" sz="1600" dirty="0">
              <a:highlight>
                <a:srgbClr val="C0C0C0"/>
              </a:highlight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Change the GPUs compute capability architecture (gpu-a100)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err="1"/>
              <a:t>setup_cuda.cmake</a:t>
            </a:r>
            <a:endParaRPr lang="en-US" sz="1600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set(TARGET_CUDA_ARCH -arch=sm_80)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set(CMAKE_CUDA_ARCHITECTURES 80)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29077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Process 2: Build / Compile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Set modules (GCC/NVCC)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C0C0C0"/>
                </a:highlight>
              </a:rPr>
              <a:t>module load </a:t>
            </a:r>
            <a:r>
              <a:rPr lang="en-US" sz="1600" dirty="0" err="1">
                <a:highlight>
                  <a:srgbClr val="C0C0C0"/>
                </a:highlight>
              </a:rPr>
              <a:t>cuda</a:t>
            </a:r>
            <a:r>
              <a:rPr lang="en-US" sz="1600" dirty="0">
                <a:highlight>
                  <a:srgbClr val="C0C0C0"/>
                </a:highlight>
              </a:rPr>
              <a:t>/12.2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C0C0C0"/>
                </a:highlight>
              </a:rPr>
              <a:t>module load </a:t>
            </a:r>
            <a:r>
              <a:rPr lang="en-US" sz="1600" dirty="0" err="1">
                <a:highlight>
                  <a:srgbClr val="C0C0C0"/>
                </a:highlight>
              </a:rPr>
              <a:t>gcc</a:t>
            </a:r>
            <a:r>
              <a:rPr lang="en-US" sz="1600" dirty="0">
                <a:highlight>
                  <a:srgbClr val="C0C0C0"/>
                </a:highlight>
              </a:rPr>
              <a:t>/12.2.0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Build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C0C0C0"/>
                </a:highlight>
              </a:rPr>
              <a:t>cd claymore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err="1">
                <a:highlight>
                  <a:srgbClr val="C0C0C0"/>
                </a:highlight>
              </a:rPr>
              <a:t>mkdir</a:t>
            </a:r>
            <a:r>
              <a:rPr lang="en-US" sz="1600" dirty="0">
                <a:highlight>
                  <a:srgbClr val="C0C0C0"/>
                </a:highlight>
              </a:rPr>
              <a:t> build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C0C0C0"/>
                </a:highlight>
              </a:rPr>
              <a:t>cd build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err="1">
                <a:highlight>
                  <a:srgbClr val="C0C0C0"/>
                </a:highlight>
              </a:rPr>
              <a:t>cmake</a:t>
            </a:r>
            <a:r>
              <a:rPr lang="en-US" sz="1600" dirty="0">
                <a:highlight>
                  <a:srgbClr val="C0C0C0"/>
                </a:highlight>
              </a:rPr>
              <a:t> ..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err="1">
                <a:highlight>
                  <a:srgbClr val="C0C0C0"/>
                </a:highlight>
              </a:rPr>
              <a:t>cmake</a:t>
            </a:r>
            <a:r>
              <a:rPr lang="en-US" sz="1600" dirty="0">
                <a:highlight>
                  <a:srgbClr val="C0C0C0"/>
                </a:highlight>
              </a:rPr>
              <a:t> --build 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Adjust </a:t>
            </a:r>
            <a:r>
              <a:rPr lang="en-US" sz="2000" dirty="0" err="1"/>
              <a:t>Setting.h</a:t>
            </a:r>
            <a:r>
              <a:rPr lang="en-US" sz="2000" dirty="0"/>
              <a:t> – please refer to ‘How to adjust parameters’ file</a:t>
            </a:r>
            <a:endParaRPr lang="en-US" sz="2000" dirty="0">
              <a:highlight>
                <a:srgbClr val="C0C0C0"/>
              </a:highlight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Compilation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C0C0C0"/>
                </a:highlight>
              </a:rPr>
              <a:t>cd ..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err="1">
                <a:highlight>
                  <a:srgbClr val="C0C0C0"/>
                </a:highlight>
              </a:rPr>
              <a:t>sh</a:t>
            </a:r>
            <a:r>
              <a:rPr lang="en-US" sz="1600" dirty="0">
                <a:highlight>
                  <a:srgbClr val="C0C0C0"/>
                </a:highlight>
              </a:rPr>
              <a:t> local_build.sh</a:t>
            </a: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99085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Process 3: Run the program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Get </a:t>
            </a:r>
            <a:r>
              <a:rPr lang="en-US" sz="2000" b="1" dirty="0"/>
              <a:t>GPU-A100</a:t>
            </a:r>
            <a:r>
              <a:rPr lang="en-US" sz="2000" dirty="0"/>
              <a:t> allocation (submitting </a:t>
            </a:r>
            <a:r>
              <a:rPr lang="en-US" sz="2000" dirty="0" err="1"/>
              <a:t>sbatch</a:t>
            </a:r>
            <a:r>
              <a:rPr lang="en-US" sz="2000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Connect </a:t>
            </a:r>
            <a:r>
              <a:rPr lang="en-US" sz="1600" dirty="0" err="1">
                <a:highlight>
                  <a:srgbClr val="C0C0C0"/>
                </a:highlight>
              </a:rPr>
              <a:t>ssh</a:t>
            </a:r>
            <a:r>
              <a:rPr lang="en-US" sz="1600" dirty="0">
                <a:highlight>
                  <a:srgbClr val="C0C0C0"/>
                </a:highlight>
              </a:rPr>
              <a:t> c000-000</a:t>
            </a:r>
            <a:r>
              <a:rPr lang="en-US" sz="1600" dirty="0"/>
              <a:t>(</a:t>
            </a:r>
            <a:r>
              <a:rPr lang="en-US" sz="1600" dirty="0" err="1"/>
              <a:t>gpu</a:t>
            </a:r>
            <a:r>
              <a:rPr lang="en-US" sz="1600" dirty="0"/>
              <a:t> ID) in bash or </a:t>
            </a:r>
            <a:r>
              <a:rPr lang="en-US" sz="1600" dirty="0" err="1"/>
              <a:t>tmux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Check specs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err="1">
                <a:highlight>
                  <a:srgbClr val="C0C0C0"/>
                </a:highlight>
              </a:rPr>
              <a:t>nvidia-smi</a:t>
            </a:r>
            <a:endParaRPr lang="en-US" sz="1600" dirty="0">
              <a:highlight>
                <a:srgbClr val="C0C0C0"/>
              </a:highlight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ex) NVIDIA A100-PCIE-40GB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C0C0C0"/>
                </a:highlight>
              </a:rPr>
              <a:t>module list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C0C0C0"/>
                </a:highlight>
              </a:rPr>
              <a:t>module avail </a:t>
            </a:r>
            <a:r>
              <a:rPr lang="en-US" sz="1600" dirty="0" err="1">
                <a:highlight>
                  <a:srgbClr val="C0C0C0"/>
                </a:highlight>
              </a:rPr>
              <a:t>cuda</a:t>
            </a:r>
            <a:endParaRPr lang="en-US" sz="1600" dirty="0">
              <a:highlight>
                <a:srgbClr val="C0C0C0"/>
              </a:highlight>
            </a:endParaRP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200" dirty="0"/>
              <a:t>ex) cuda_12.0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C0C0C0"/>
                </a:highlight>
              </a:rPr>
              <a:t>module avail </a:t>
            </a:r>
            <a:r>
              <a:rPr lang="en-US" sz="1600" dirty="0" err="1">
                <a:highlight>
                  <a:srgbClr val="C0C0C0"/>
                </a:highlight>
              </a:rPr>
              <a:t>gcc</a:t>
            </a:r>
            <a:endParaRPr lang="en-US" sz="1600" dirty="0">
              <a:highlight>
                <a:srgbClr val="C0C0C0"/>
              </a:highlight>
            </a:endParaRP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200" dirty="0"/>
              <a:t>ex) </a:t>
            </a:r>
            <a:r>
              <a:rPr lang="en-US" sz="1200" dirty="0" err="1"/>
              <a:t>gcc</a:t>
            </a:r>
            <a:r>
              <a:rPr lang="en-US" sz="1200" dirty="0"/>
              <a:t> (Ubuntu 10.5.0-1ubuntu1~22.04) 10.5.0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Set </a:t>
            </a:r>
            <a:r>
              <a:rPr lang="en-US" sz="2000" dirty="0" err="1"/>
              <a:t>cuda</a:t>
            </a:r>
            <a:r>
              <a:rPr lang="en-US" sz="2000" dirty="0"/>
              <a:t>, </a:t>
            </a:r>
            <a:r>
              <a:rPr lang="en-US" sz="2000" dirty="0" err="1"/>
              <a:t>gcc</a:t>
            </a:r>
            <a:r>
              <a:rPr lang="en-US" sz="2000" dirty="0"/>
              <a:t> version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C0C0C0"/>
                </a:highlight>
              </a:rPr>
              <a:t>module load </a:t>
            </a:r>
            <a:r>
              <a:rPr lang="en-US" sz="1600" dirty="0" err="1">
                <a:highlight>
                  <a:srgbClr val="C0C0C0"/>
                </a:highlight>
              </a:rPr>
              <a:t>cuda</a:t>
            </a:r>
            <a:r>
              <a:rPr lang="en-US" sz="1600" dirty="0">
                <a:highlight>
                  <a:srgbClr val="C0C0C0"/>
                </a:highlight>
              </a:rPr>
              <a:t>/12.2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C0C0C0"/>
                </a:highlight>
              </a:rPr>
              <a:t>module load </a:t>
            </a:r>
            <a:r>
              <a:rPr lang="en-US" sz="1600" dirty="0" err="1">
                <a:highlight>
                  <a:srgbClr val="C0C0C0"/>
                </a:highlight>
              </a:rPr>
              <a:t>gcc</a:t>
            </a:r>
            <a:r>
              <a:rPr lang="en-US" sz="1600" dirty="0">
                <a:highlight>
                  <a:srgbClr val="C0C0C0"/>
                </a:highlight>
              </a:rPr>
              <a:t>/12.2.0</a:t>
            </a:r>
          </a:p>
        </p:txBody>
      </p:sp>
    </p:spTree>
    <p:extLst>
      <p:ext uri="{BB962C8B-B14F-4D97-AF65-F5344CB8AC3E}">
        <p14:creationId xmlns:p14="http://schemas.microsoft.com/office/powerpoint/2010/main" val="2544308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Process 3: Run the program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Move to OSU_LWF directory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C0C0C0"/>
                </a:highlight>
              </a:rPr>
              <a:t>cd /scratch/10077/ycchoi1313/claymore/Projects/OSU_LWF/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Two sample JSON input file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 err="1"/>
              <a:t>scene.json</a:t>
            </a:r>
            <a:endParaRPr lang="en-US" sz="1200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scene_OSU-LWF_Mascarenas2022_BreakingWave_2D_1GPU_2024.10.23.json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Run the code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C0C0C0"/>
                </a:highlight>
              </a:rPr>
              <a:t>./</a:t>
            </a:r>
            <a:r>
              <a:rPr lang="en-US" sz="1600" dirty="0" err="1">
                <a:highlight>
                  <a:srgbClr val="C0C0C0"/>
                </a:highlight>
              </a:rPr>
              <a:t>osu_lwf</a:t>
            </a:r>
            <a:r>
              <a:rPr lang="en-US" sz="1600" dirty="0">
                <a:highlight>
                  <a:srgbClr val="C0C0C0"/>
                </a:highlight>
              </a:rPr>
              <a:t> --file=</a:t>
            </a:r>
            <a:r>
              <a:rPr lang="en-US" sz="1600" dirty="0" err="1">
                <a:highlight>
                  <a:srgbClr val="C0C0C0"/>
                </a:highlight>
              </a:rPr>
              <a:t>scene.json</a:t>
            </a:r>
            <a:r>
              <a:rPr lang="en-US" sz="1600" dirty="0">
                <a:highlight>
                  <a:srgbClr val="C0C0C0"/>
                </a:highlight>
              </a:rPr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C0C0C0"/>
                </a:highlight>
              </a:rPr>
              <a:t>./</a:t>
            </a:r>
            <a:r>
              <a:rPr lang="en-US" sz="1600" dirty="0" err="1">
                <a:highlight>
                  <a:srgbClr val="C0C0C0"/>
                </a:highlight>
              </a:rPr>
              <a:t>osu_lwf</a:t>
            </a:r>
            <a:r>
              <a:rPr lang="en-US" sz="1600" dirty="0">
                <a:highlight>
                  <a:srgbClr val="C0C0C0"/>
                </a:highlight>
              </a:rPr>
              <a:t> -f ./scene_OSU-LWF_Mascarenas2022_BreakingWave_2D_1GPU_2024.10.23.json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07574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C4AFC-A741-D97E-B62B-099303DE7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9B088AC-7128-8F90-F3C3-A77464AF0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Process 4: Run multiple simulations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CC6E942-8B1A-21B6-C87A-22DB85534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Customizing the .</a:t>
            </a:r>
            <a:r>
              <a:rPr lang="en-US" sz="2000" dirty="0" err="1"/>
              <a:t>sh</a:t>
            </a:r>
            <a:r>
              <a:rPr lang="en-US" sz="2000" dirty="0"/>
              <a:t> file: refer to the file available in the </a:t>
            </a:r>
            <a:r>
              <a:rPr lang="en-US" sz="2000" dirty="0" err="1"/>
              <a:t>Github</a:t>
            </a:r>
            <a:r>
              <a:rPr lang="en-US" sz="2000" dirty="0"/>
              <a:t> repository for</a:t>
            </a:r>
            <a:r>
              <a:rPr lang="ko-KR" altLang="en-US" sz="2000" dirty="0"/>
              <a:t> </a:t>
            </a:r>
            <a:r>
              <a:rPr lang="en-US" altLang="ko-KR" sz="2000" dirty="0"/>
              <a:t>guidance</a:t>
            </a: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sz="1600" dirty="0"/>
              <a:t>Module</a:t>
            </a:r>
            <a:r>
              <a:rPr lang="ko-KR" altLang="en-US" sz="1600" dirty="0"/>
              <a:t> </a:t>
            </a:r>
            <a:r>
              <a:rPr lang="en-US" altLang="ko-KR" sz="1600" dirty="0"/>
              <a:t>load</a:t>
            </a:r>
            <a:endParaRPr lang="ko-KR" altLang="en-US" sz="1600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module load </a:t>
            </a:r>
            <a:r>
              <a:rPr lang="en-US" sz="1200" dirty="0" err="1"/>
              <a:t>cuda</a:t>
            </a:r>
            <a:r>
              <a:rPr lang="en-US" sz="1200" dirty="0"/>
              <a:t>/12.2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module load </a:t>
            </a:r>
            <a:r>
              <a:rPr lang="en-US" sz="1200" dirty="0" err="1"/>
              <a:t>gcc</a:t>
            </a:r>
            <a:r>
              <a:rPr lang="en-US" sz="1200" dirty="0"/>
              <a:t>/12.2.0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GPU logging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Regularly monitor GPU usage to detect the memory errors during simulations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Forcing number of GPUs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Set CUDA_VISIBLE_DEVICES=0,1,2 (Specific to Lonestar6, which has 3 GPUs).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This prevents </a:t>
            </a:r>
            <a:r>
              <a:rPr lang="en-US" altLang="ko-KR" sz="1200" dirty="0"/>
              <a:t>unnecessary</a:t>
            </a:r>
            <a:r>
              <a:rPr lang="ko-KR" altLang="en-US" sz="1200" dirty="0"/>
              <a:t> </a:t>
            </a:r>
            <a:r>
              <a:rPr lang="en-US" sz="1200" dirty="0"/>
              <a:t>memory issues caused by mismatched GPUs counts</a:t>
            </a:r>
          </a:p>
        </p:txBody>
      </p:sp>
    </p:spTree>
    <p:extLst>
      <p:ext uri="{BB962C8B-B14F-4D97-AF65-F5344CB8AC3E}">
        <p14:creationId xmlns:p14="http://schemas.microsoft.com/office/powerpoint/2010/main" val="1487253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References and Resources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hlinkClick r:id="rId3"/>
              </a:rPr>
              <a:t>https://docs.tacc.utexas.edu/hpc/lonestar6/</a:t>
            </a:r>
            <a:r>
              <a:rPr lang="en-US" sz="20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635698182"/>
      </p:ext>
    </p:extLst>
  </p:cSld>
  <p:clrMapOvr>
    <a:masterClrMapping/>
  </p:clrMapOvr>
</p:sld>
</file>

<file path=ppt/theme/theme1.xml><?xml version="1.0" encoding="utf-8"?>
<a:theme xmlns:a="http://schemas.openxmlformats.org/drawingml/2006/main" name="16-9 Cover">
  <a:themeElements>
    <a:clrScheme name="UT Brand Color Palette">
      <a:dk1>
        <a:srgbClr val="BE5700"/>
      </a:dk1>
      <a:lt1>
        <a:srgbClr val="FFFFFF"/>
      </a:lt1>
      <a:dk2>
        <a:srgbClr val="D6D2C3"/>
      </a:dk2>
      <a:lt2>
        <a:srgbClr val="333F48"/>
      </a:lt2>
      <a:accent1>
        <a:srgbClr val="F7961F"/>
      </a:accent1>
      <a:accent2>
        <a:srgbClr val="FFD600"/>
      </a:accent2>
      <a:accent3>
        <a:srgbClr val="A6CC57"/>
      </a:accent3>
      <a:accent4>
        <a:srgbClr val="579C41"/>
      </a:accent4>
      <a:accent5>
        <a:srgbClr val="00A8B6"/>
      </a:accent5>
      <a:accent6>
        <a:srgbClr val="005E86"/>
      </a:accent6>
      <a:hlink>
        <a:srgbClr val="BF5700"/>
      </a:hlink>
      <a:folHlink>
        <a:srgbClr val="9CADB7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6-9 Light Background">
  <a:themeElements>
    <a:clrScheme name="UT Brand Color Palette">
      <a:dk1>
        <a:srgbClr val="BE5700"/>
      </a:dk1>
      <a:lt1>
        <a:srgbClr val="FFFFFF"/>
      </a:lt1>
      <a:dk2>
        <a:srgbClr val="D6D2C3"/>
      </a:dk2>
      <a:lt2>
        <a:srgbClr val="333F48"/>
      </a:lt2>
      <a:accent1>
        <a:srgbClr val="F7961F"/>
      </a:accent1>
      <a:accent2>
        <a:srgbClr val="FFD600"/>
      </a:accent2>
      <a:accent3>
        <a:srgbClr val="A6CC57"/>
      </a:accent3>
      <a:accent4>
        <a:srgbClr val="579C41"/>
      </a:accent4>
      <a:accent5>
        <a:srgbClr val="00A8B6"/>
      </a:accent5>
      <a:accent6>
        <a:srgbClr val="005E86"/>
      </a:accent6>
      <a:hlink>
        <a:srgbClr val="BF5700"/>
      </a:hlink>
      <a:folHlink>
        <a:srgbClr val="9CADB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6-9 White Backgroud">
  <a:themeElements>
    <a:clrScheme name="UT Brand Color Palette">
      <a:dk1>
        <a:srgbClr val="BE5700"/>
      </a:dk1>
      <a:lt1>
        <a:srgbClr val="FFFFFF"/>
      </a:lt1>
      <a:dk2>
        <a:srgbClr val="D6D2C3"/>
      </a:dk2>
      <a:lt2>
        <a:srgbClr val="333F48"/>
      </a:lt2>
      <a:accent1>
        <a:srgbClr val="F7961F"/>
      </a:accent1>
      <a:accent2>
        <a:srgbClr val="FFD600"/>
      </a:accent2>
      <a:accent3>
        <a:srgbClr val="A6CC57"/>
      </a:accent3>
      <a:accent4>
        <a:srgbClr val="579C41"/>
      </a:accent4>
      <a:accent5>
        <a:srgbClr val="00A8B6"/>
      </a:accent5>
      <a:accent6>
        <a:srgbClr val="005E86"/>
      </a:accent6>
      <a:hlink>
        <a:srgbClr val="BF5700"/>
      </a:hlink>
      <a:folHlink>
        <a:srgbClr val="9CADB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24728</TotalTime>
  <Words>1070</Words>
  <Application>Microsoft Office PowerPoint</Application>
  <PresentationFormat>On-screen Show (16:9)</PresentationFormat>
  <Paragraphs>210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Calibri</vt:lpstr>
      <vt:lpstr>16-9 Cover</vt:lpstr>
      <vt:lpstr>16-9 Light Background</vt:lpstr>
      <vt:lpstr>16-9 White Backgroud</vt:lpstr>
      <vt:lpstr>PowerPoint Presentation</vt:lpstr>
      <vt:lpstr>Process – Remote run</vt:lpstr>
      <vt:lpstr>Process 1: Clone the Git Repository</vt:lpstr>
      <vt:lpstr>Process 2: Build / Compile</vt:lpstr>
      <vt:lpstr>Process 3: Run the program</vt:lpstr>
      <vt:lpstr>Process 3: Run the program</vt:lpstr>
      <vt:lpstr>Process 4: Run multiple simulations</vt:lpstr>
      <vt:lpstr>References and Resources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</dc:title>
  <dc:subject/>
  <dc:creator>Youngchul Choi</dc:creator>
  <cp:keywords/>
  <dc:description/>
  <cp:lastModifiedBy>Choi, YoungChul</cp:lastModifiedBy>
  <cp:revision>654</cp:revision>
  <cp:lastPrinted>2011-01-24T02:49:42Z</cp:lastPrinted>
  <dcterms:created xsi:type="dcterms:W3CDTF">2011-06-30T15:04:08Z</dcterms:created>
  <dcterms:modified xsi:type="dcterms:W3CDTF">2026-01-06T07:39:36Z</dcterms:modified>
  <cp:category/>
</cp:coreProperties>
</file>