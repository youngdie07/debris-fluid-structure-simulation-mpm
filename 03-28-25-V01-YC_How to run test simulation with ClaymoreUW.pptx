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9" r:id="rId1"/>
    <p:sldMasterId id="2147483659" r:id="rId2"/>
    <p:sldMasterId id="2147483669" r:id="rId3"/>
  </p:sldMasterIdLst>
  <p:notesMasterIdLst>
    <p:notesMasterId r:id="rId32"/>
  </p:notesMasterIdLst>
  <p:sldIdLst>
    <p:sldId id="714" r:id="rId4"/>
    <p:sldId id="839" r:id="rId5"/>
    <p:sldId id="858" r:id="rId6"/>
    <p:sldId id="841" r:id="rId7"/>
    <p:sldId id="840" r:id="rId8"/>
    <p:sldId id="848" r:id="rId9"/>
    <p:sldId id="849" r:id="rId10"/>
    <p:sldId id="850" r:id="rId11"/>
    <p:sldId id="852" r:id="rId12"/>
    <p:sldId id="869" r:id="rId13"/>
    <p:sldId id="862" r:id="rId14"/>
    <p:sldId id="859" r:id="rId15"/>
    <p:sldId id="860" r:id="rId16"/>
    <p:sldId id="861" r:id="rId17"/>
    <p:sldId id="870" r:id="rId18"/>
    <p:sldId id="864" r:id="rId19"/>
    <p:sldId id="867" r:id="rId20"/>
    <p:sldId id="868" r:id="rId21"/>
    <p:sldId id="871" r:id="rId22"/>
    <p:sldId id="865" r:id="rId23"/>
    <p:sldId id="866" r:id="rId24"/>
    <p:sldId id="851" r:id="rId25"/>
    <p:sldId id="853" r:id="rId26"/>
    <p:sldId id="854" r:id="rId27"/>
    <p:sldId id="855" r:id="rId28"/>
    <p:sldId id="856" r:id="rId29"/>
    <p:sldId id="857" r:id="rId30"/>
    <p:sldId id="847" r:id="rId31"/>
  </p:sldIdLst>
  <p:sldSz cx="9144000" cy="5143500" type="screen16x9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Untitled Section" id="{3540F3E4-3A56-594D-A98C-62123F4F527F}">
          <p14:sldIdLst>
            <p14:sldId id="714"/>
            <p14:sldId id="839"/>
            <p14:sldId id="858"/>
            <p14:sldId id="841"/>
            <p14:sldId id="840"/>
            <p14:sldId id="848"/>
            <p14:sldId id="849"/>
            <p14:sldId id="850"/>
            <p14:sldId id="852"/>
            <p14:sldId id="869"/>
            <p14:sldId id="862"/>
            <p14:sldId id="859"/>
            <p14:sldId id="860"/>
            <p14:sldId id="861"/>
            <p14:sldId id="870"/>
            <p14:sldId id="864"/>
            <p14:sldId id="867"/>
            <p14:sldId id="868"/>
            <p14:sldId id="871"/>
            <p14:sldId id="865"/>
            <p14:sldId id="866"/>
            <p14:sldId id="851"/>
            <p14:sldId id="853"/>
            <p14:sldId id="854"/>
            <p14:sldId id="855"/>
            <p14:sldId id="856"/>
            <p14:sldId id="857"/>
            <p14:sldId id="84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5700"/>
    <a:srgbClr val="C6531F"/>
    <a:srgbClr val="C01338"/>
    <a:srgbClr val="C00000"/>
    <a:srgbClr val="79C82A"/>
    <a:srgbClr val="DE7E7A"/>
    <a:srgbClr val="D61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225" autoAdjust="0"/>
    <p:restoredTop sz="81926" autoAdjust="0"/>
  </p:normalViewPr>
  <p:slideViewPr>
    <p:cSldViewPr>
      <p:cViewPr varScale="1">
        <p:scale>
          <a:sx n="122" d="100"/>
          <a:sy n="122" d="100"/>
        </p:scale>
        <p:origin x="1770" y="10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91" d="100"/>
        <a:sy n="91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, YoungChul" userId="cffd7709-ecf3-4b88-a16d-e42124136eca" providerId="ADAL" clId="{47CE56B4-220C-4686-81D9-DFC6A95F0812}"/>
    <pc:docChg chg="undo redo custSel addSld delSld modSld sldOrd modSection">
      <pc:chgData name="Choi, YoungChul" userId="cffd7709-ecf3-4b88-a16d-e42124136eca" providerId="ADAL" clId="{47CE56B4-220C-4686-81D9-DFC6A95F0812}" dt="2025-03-30T20:55:41.662" v="9015" actId="27636"/>
      <pc:docMkLst>
        <pc:docMk/>
      </pc:docMkLst>
      <pc:sldChg chg="modSp mod modNotesTx">
        <pc:chgData name="Choi, YoungChul" userId="cffd7709-ecf3-4b88-a16d-e42124136eca" providerId="ADAL" clId="{47CE56B4-220C-4686-81D9-DFC6A95F0812}" dt="2025-03-28T04:57:14.120" v="7967"/>
        <pc:sldMkLst>
          <pc:docMk/>
          <pc:sldMk cId="1825105875" sldId="714"/>
        </pc:sldMkLst>
        <pc:spChg chg="mod">
          <ac:chgData name="Choi, YoungChul" userId="cffd7709-ecf3-4b88-a16d-e42124136eca" providerId="ADAL" clId="{47CE56B4-220C-4686-81D9-DFC6A95F0812}" dt="2025-03-22T21:32:48.807" v="1" actId="20577"/>
          <ac:spMkLst>
            <pc:docMk/>
            <pc:sldMk cId="1825105875" sldId="714"/>
            <ac:spMk id="12" creationId="{00000000-0000-0000-0000-000000000000}"/>
          </ac:spMkLst>
        </pc:spChg>
        <pc:spChg chg="mod">
          <ac:chgData name="Choi, YoungChul" userId="cffd7709-ecf3-4b88-a16d-e42124136eca" providerId="ADAL" clId="{47CE56B4-220C-4686-81D9-DFC6A95F0812}" dt="2025-03-28T02:17:48.529" v="5971" actId="20577"/>
          <ac:spMkLst>
            <pc:docMk/>
            <pc:sldMk cId="1825105875" sldId="714"/>
            <ac:spMk id="13" creationId="{00000000-0000-0000-0000-000000000000}"/>
          </ac:spMkLst>
        </pc:spChg>
        <pc:spChg chg="mod">
          <ac:chgData name="Choi, YoungChul" userId="cffd7709-ecf3-4b88-a16d-e42124136eca" providerId="ADAL" clId="{47CE56B4-220C-4686-81D9-DFC6A95F0812}" dt="2025-03-28T02:18:16.552" v="6018" actId="20577"/>
          <ac:spMkLst>
            <pc:docMk/>
            <pc:sldMk cId="1825105875" sldId="714"/>
            <ac:spMk id="15" creationId="{00000000-0000-0000-0000-000000000000}"/>
          </ac:spMkLst>
        </pc:spChg>
      </pc:sldChg>
      <pc:sldChg chg="modSp mod modNotesTx">
        <pc:chgData name="Choi, YoungChul" userId="cffd7709-ecf3-4b88-a16d-e42124136eca" providerId="ADAL" clId="{47CE56B4-220C-4686-81D9-DFC6A95F0812}" dt="2025-03-28T04:58:50.207" v="7984"/>
        <pc:sldMkLst>
          <pc:docMk/>
          <pc:sldMk cId="1086449283" sldId="839"/>
        </pc:sldMkLst>
        <pc:spChg chg="mod">
          <ac:chgData name="Choi, YoungChul" userId="cffd7709-ecf3-4b88-a16d-e42124136eca" providerId="ADAL" clId="{47CE56B4-220C-4686-81D9-DFC6A95F0812}" dt="2025-03-23T16:06:13.957" v="4223" actId="20577"/>
          <ac:spMkLst>
            <pc:docMk/>
            <pc:sldMk cId="1086449283" sldId="839"/>
            <ac:spMk id="4" creationId="{94523DCF-6B74-4AE2-AB3E-4E90B1CAA175}"/>
          </ac:spMkLst>
        </pc:spChg>
        <pc:spChg chg="mod">
          <ac:chgData name="Choi, YoungChul" userId="cffd7709-ecf3-4b88-a16d-e42124136eca" providerId="ADAL" clId="{47CE56B4-220C-4686-81D9-DFC6A95F0812}" dt="2025-03-28T04:58:11.236" v="7983" actId="20577"/>
          <ac:spMkLst>
            <pc:docMk/>
            <pc:sldMk cId="1086449283" sldId="839"/>
            <ac:spMk id="9" creationId="{18C51226-5207-4DB4-938E-1E021F75ADC1}"/>
          </ac:spMkLst>
        </pc:spChg>
      </pc:sldChg>
      <pc:sldChg chg="addSp delSp modSp add mod modNotesTx">
        <pc:chgData name="Choi, YoungChul" userId="cffd7709-ecf3-4b88-a16d-e42124136eca" providerId="ADAL" clId="{47CE56B4-220C-4686-81D9-DFC6A95F0812}" dt="2025-03-28T05:06:10.953" v="8147" actId="20577"/>
        <pc:sldMkLst>
          <pc:docMk/>
          <pc:sldMk cId="1958667797" sldId="840"/>
        </pc:sldMkLst>
        <pc:spChg chg="add del">
          <ac:chgData name="Choi, YoungChul" userId="cffd7709-ecf3-4b88-a16d-e42124136eca" providerId="ADAL" clId="{47CE56B4-220C-4686-81D9-DFC6A95F0812}" dt="2025-03-22T22:32:55.985" v="448"/>
          <ac:spMkLst>
            <pc:docMk/>
            <pc:sldMk cId="1958667797" sldId="840"/>
            <ac:spMk id="2" creationId="{BF95A3CC-0A87-484F-9958-F22A1969C25E}"/>
          </ac:spMkLst>
        </pc:spChg>
        <pc:spChg chg="add del">
          <ac:chgData name="Choi, YoungChul" userId="cffd7709-ecf3-4b88-a16d-e42124136eca" providerId="ADAL" clId="{47CE56B4-220C-4686-81D9-DFC6A95F0812}" dt="2025-03-22T22:33:01.345" v="450"/>
          <ac:spMkLst>
            <pc:docMk/>
            <pc:sldMk cId="1958667797" sldId="840"/>
            <ac:spMk id="3" creationId="{527312A5-F0C6-4F37-BFA6-9C4024EB42E4}"/>
          </ac:spMkLst>
        </pc:spChg>
        <pc:spChg chg="mod">
          <ac:chgData name="Choi, YoungChul" userId="cffd7709-ecf3-4b88-a16d-e42124136eca" providerId="ADAL" clId="{47CE56B4-220C-4686-81D9-DFC6A95F0812}" dt="2025-03-23T02:43:17.574" v="1603" actId="20577"/>
          <ac:spMkLst>
            <pc:docMk/>
            <pc:sldMk cId="1958667797" sldId="840"/>
            <ac:spMk id="4" creationId="{94523DCF-6B74-4AE2-AB3E-4E90B1CAA175}"/>
          </ac:spMkLst>
        </pc:spChg>
        <pc:spChg chg="mod">
          <ac:chgData name="Choi, YoungChul" userId="cffd7709-ecf3-4b88-a16d-e42124136eca" providerId="ADAL" clId="{47CE56B4-220C-4686-81D9-DFC6A95F0812}" dt="2025-03-28T03:09:41.362" v="6286" actId="20577"/>
          <ac:spMkLst>
            <pc:docMk/>
            <pc:sldMk cId="1958667797" sldId="840"/>
            <ac:spMk id="9" creationId="{18C51226-5207-4DB4-938E-1E021F75ADC1}"/>
          </ac:spMkLst>
        </pc:spChg>
      </pc:sldChg>
      <pc:sldChg chg="new del">
        <pc:chgData name="Choi, YoungChul" userId="cffd7709-ecf3-4b88-a16d-e42124136eca" providerId="ADAL" clId="{47CE56B4-220C-4686-81D9-DFC6A95F0812}" dt="2025-03-22T22:14:11.738" v="329" actId="47"/>
        <pc:sldMkLst>
          <pc:docMk/>
          <pc:sldMk cId="2601936077" sldId="840"/>
        </pc:sldMkLst>
      </pc:sldChg>
      <pc:sldChg chg="modSp add mod modNotesTx">
        <pc:chgData name="Choi, YoungChul" userId="cffd7709-ecf3-4b88-a16d-e42124136eca" providerId="ADAL" clId="{47CE56B4-220C-4686-81D9-DFC6A95F0812}" dt="2025-03-28T05:04:40.715" v="8120" actId="20577"/>
        <pc:sldMkLst>
          <pc:docMk/>
          <pc:sldMk cId="1091443194" sldId="841"/>
        </pc:sldMkLst>
        <pc:spChg chg="mod">
          <ac:chgData name="Choi, YoungChul" userId="cffd7709-ecf3-4b88-a16d-e42124136eca" providerId="ADAL" clId="{47CE56B4-220C-4686-81D9-DFC6A95F0812}" dt="2025-03-23T04:51:35.465" v="2728" actId="20577"/>
          <ac:spMkLst>
            <pc:docMk/>
            <pc:sldMk cId="1091443194" sldId="841"/>
            <ac:spMk id="4" creationId="{94523DCF-6B74-4AE2-AB3E-4E90B1CAA175}"/>
          </ac:spMkLst>
        </pc:spChg>
        <pc:spChg chg="mod">
          <ac:chgData name="Choi, YoungChul" userId="cffd7709-ecf3-4b88-a16d-e42124136eca" providerId="ADAL" clId="{47CE56B4-220C-4686-81D9-DFC6A95F0812}" dt="2025-03-23T02:44:06.966" v="1678" actId="20577"/>
          <ac:spMkLst>
            <pc:docMk/>
            <pc:sldMk cId="1091443194" sldId="841"/>
            <ac:spMk id="9" creationId="{18C51226-5207-4DB4-938E-1E021F75ADC1}"/>
          </ac:spMkLst>
        </pc:spChg>
      </pc:sldChg>
      <pc:sldChg chg="add del">
        <pc:chgData name="Choi, YoungChul" userId="cffd7709-ecf3-4b88-a16d-e42124136eca" providerId="ADAL" clId="{47CE56B4-220C-4686-81D9-DFC6A95F0812}" dt="2025-03-23T02:14:42.563" v="713" actId="2696"/>
        <pc:sldMkLst>
          <pc:docMk/>
          <pc:sldMk cId="2953573991" sldId="841"/>
        </pc:sldMkLst>
      </pc:sldChg>
      <pc:sldChg chg="modSp add del mod">
        <pc:chgData name="Choi, YoungChul" userId="cffd7709-ecf3-4b88-a16d-e42124136eca" providerId="ADAL" clId="{47CE56B4-220C-4686-81D9-DFC6A95F0812}" dt="2025-03-23T03:32:06.726" v="2468" actId="47"/>
        <pc:sldMkLst>
          <pc:docMk/>
          <pc:sldMk cId="3776145880" sldId="842"/>
        </pc:sldMkLst>
        <pc:spChg chg="mod">
          <ac:chgData name="Choi, YoungChul" userId="cffd7709-ecf3-4b88-a16d-e42124136eca" providerId="ADAL" clId="{47CE56B4-220C-4686-81D9-DFC6A95F0812}" dt="2025-03-23T01:14:33.228" v="494" actId="20577"/>
          <ac:spMkLst>
            <pc:docMk/>
            <pc:sldMk cId="3776145880" sldId="842"/>
            <ac:spMk id="4" creationId="{94523DCF-6B74-4AE2-AB3E-4E90B1CAA175}"/>
          </ac:spMkLst>
        </pc:spChg>
      </pc:sldChg>
      <pc:sldChg chg="modSp add del mod">
        <pc:chgData name="Choi, YoungChul" userId="cffd7709-ecf3-4b88-a16d-e42124136eca" providerId="ADAL" clId="{47CE56B4-220C-4686-81D9-DFC6A95F0812}" dt="2025-03-23T03:36:08.581" v="2594" actId="47"/>
        <pc:sldMkLst>
          <pc:docMk/>
          <pc:sldMk cId="2990177758" sldId="843"/>
        </pc:sldMkLst>
        <pc:spChg chg="mod">
          <ac:chgData name="Choi, YoungChul" userId="cffd7709-ecf3-4b88-a16d-e42124136eca" providerId="ADAL" clId="{47CE56B4-220C-4686-81D9-DFC6A95F0812}" dt="2025-03-23T01:14:48.255" v="533" actId="20577"/>
          <ac:spMkLst>
            <pc:docMk/>
            <pc:sldMk cId="2990177758" sldId="843"/>
            <ac:spMk id="4" creationId="{94523DCF-6B74-4AE2-AB3E-4E90B1CAA175}"/>
          </ac:spMkLst>
        </pc:spChg>
      </pc:sldChg>
      <pc:sldChg chg="modSp add del mod">
        <pc:chgData name="Choi, YoungChul" userId="cffd7709-ecf3-4b88-a16d-e42124136eca" providerId="ADAL" clId="{47CE56B4-220C-4686-81D9-DFC6A95F0812}" dt="2025-03-23T03:36:32.559" v="2609" actId="47"/>
        <pc:sldMkLst>
          <pc:docMk/>
          <pc:sldMk cId="1879257100" sldId="844"/>
        </pc:sldMkLst>
        <pc:spChg chg="mod">
          <ac:chgData name="Choi, YoungChul" userId="cffd7709-ecf3-4b88-a16d-e42124136eca" providerId="ADAL" clId="{47CE56B4-220C-4686-81D9-DFC6A95F0812}" dt="2025-03-23T01:15:02.089" v="557" actId="20577"/>
          <ac:spMkLst>
            <pc:docMk/>
            <pc:sldMk cId="1879257100" sldId="844"/>
            <ac:spMk id="4" creationId="{94523DCF-6B74-4AE2-AB3E-4E90B1CAA175}"/>
          </ac:spMkLst>
        </pc:spChg>
      </pc:sldChg>
      <pc:sldChg chg="modSp add del mod">
        <pc:chgData name="Choi, YoungChul" userId="cffd7709-ecf3-4b88-a16d-e42124136eca" providerId="ADAL" clId="{47CE56B4-220C-4686-81D9-DFC6A95F0812}" dt="2025-03-23T03:36:36.650" v="2610" actId="47"/>
        <pc:sldMkLst>
          <pc:docMk/>
          <pc:sldMk cId="1319633513" sldId="845"/>
        </pc:sldMkLst>
        <pc:spChg chg="mod">
          <ac:chgData name="Choi, YoungChul" userId="cffd7709-ecf3-4b88-a16d-e42124136eca" providerId="ADAL" clId="{47CE56B4-220C-4686-81D9-DFC6A95F0812}" dt="2025-03-23T01:15:15.148" v="574" actId="20577"/>
          <ac:spMkLst>
            <pc:docMk/>
            <pc:sldMk cId="1319633513" sldId="845"/>
            <ac:spMk id="4" creationId="{94523DCF-6B74-4AE2-AB3E-4E90B1CAA175}"/>
          </ac:spMkLst>
        </pc:spChg>
      </pc:sldChg>
      <pc:sldChg chg="modSp add del mod">
        <pc:chgData name="Choi, YoungChul" userId="cffd7709-ecf3-4b88-a16d-e42124136eca" providerId="ADAL" clId="{47CE56B4-220C-4686-81D9-DFC6A95F0812}" dt="2025-03-23T03:36:38.938" v="2611" actId="47"/>
        <pc:sldMkLst>
          <pc:docMk/>
          <pc:sldMk cId="2748837054" sldId="846"/>
        </pc:sldMkLst>
        <pc:spChg chg="mod">
          <ac:chgData name="Choi, YoungChul" userId="cffd7709-ecf3-4b88-a16d-e42124136eca" providerId="ADAL" clId="{47CE56B4-220C-4686-81D9-DFC6A95F0812}" dt="2025-03-23T01:15:24.892" v="600" actId="20577"/>
          <ac:spMkLst>
            <pc:docMk/>
            <pc:sldMk cId="2748837054" sldId="846"/>
            <ac:spMk id="4" creationId="{94523DCF-6B74-4AE2-AB3E-4E90B1CAA175}"/>
          </ac:spMkLst>
        </pc:spChg>
      </pc:sldChg>
      <pc:sldChg chg="modSp add mod modShow">
        <pc:chgData name="Choi, YoungChul" userId="cffd7709-ecf3-4b88-a16d-e42124136eca" providerId="ADAL" clId="{47CE56B4-220C-4686-81D9-DFC6A95F0812}" dt="2025-03-28T04:32:52.756" v="6855" actId="729"/>
        <pc:sldMkLst>
          <pc:docMk/>
          <pc:sldMk cId="1635698182" sldId="847"/>
        </pc:sldMkLst>
        <pc:spChg chg="mod">
          <ac:chgData name="Choi, YoungChul" userId="cffd7709-ecf3-4b88-a16d-e42124136eca" providerId="ADAL" clId="{47CE56B4-220C-4686-81D9-DFC6A95F0812}" dt="2025-03-23T01:15:35.182" v="625" actId="20577"/>
          <ac:spMkLst>
            <pc:docMk/>
            <pc:sldMk cId="1635698182" sldId="847"/>
            <ac:spMk id="4" creationId="{94523DCF-6B74-4AE2-AB3E-4E90B1CAA175}"/>
          </ac:spMkLst>
        </pc:spChg>
        <pc:spChg chg="mod">
          <ac:chgData name="Choi, YoungChul" userId="cffd7709-ecf3-4b88-a16d-e42124136eca" providerId="ADAL" clId="{47CE56B4-220C-4686-81D9-DFC6A95F0812}" dt="2025-03-23T03:42:52.592" v="2715"/>
          <ac:spMkLst>
            <pc:docMk/>
            <pc:sldMk cId="1635698182" sldId="847"/>
            <ac:spMk id="9" creationId="{18C51226-5207-4DB4-938E-1E021F75ADC1}"/>
          </ac:spMkLst>
        </pc:spChg>
      </pc:sldChg>
      <pc:sldChg chg="modSp add del mod">
        <pc:chgData name="Choi, YoungChul" userId="cffd7709-ecf3-4b88-a16d-e42124136eca" providerId="ADAL" clId="{47CE56B4-220C-4686-81D9-DFC6A95F0812}" dt="2025-03-23T02:44:28.272" v="1683" actId="47"/>
        <pc:sldMkLst>
          <pc:docMk/>
          <pc:sldMk cId="1275805179" sldId="848"/>
        </pc:sldMkLst>
        <pc:spChg chg="mod">
          <ac:chgData name="Choi, YoungChul" userId="cffd7709-ecf3-4b88-a16d-e42124136eca" providerId="ADAL" clId="{47CE56B4-220C-4686-81D9-DFC6A95F0812}" dt="2025-03-23T02:40:51.772" v="1536" actId="20577"/>
          <ac:spMkLst>
            <pc:docMk/>
            <pc:sldMk cId="1275805179" sldId="848"/>
            <ac:spMk id="4" creationId="{94523DCF-6B74-4AE2-AB3E-4E90B1CAA175}"/>
          </ac:spMkLst>
        </pc:spChg>
      </pc:sldChg>
      <pc:sldChg chg="modSp add mod modShow">
        <pc:chgData name="Choi, YoungChul" userId="cffd7709-ecf3-4b88-a16d-e42124136eca" providerId="ADAL" clId="{47CE56B4-220C-4686-81D9-DFC6A95F0812}" dt="2025-03-28T05:06:35.671" v="8148" actId="729"/>
        <pc:sldMkLst>
          <pc:docMk/>
          <pc:sldMk cId="2683956079" sldId="848"/>
        </pc:sldMkLst>
        <pc:spChg chg="mod">
          <ac:chgData name="Choi, YoungChul" userId="cffd7709-ecf3-4b88-a16d-e42124136eca" providerId="ADAL" clId="{47CE56B4-220C-4686-81D9-DFC6A95F0812}" dt="2025-03-23T05:15:35.317" v="3219" actId="20577"/>
          <ac:spMkLst>
            <pc:docMk/>
            <pc:sldMk cId="2683956079" sldId="848"/>
            <ac:spMk id="9" creationId="{18C51226-5207-4DB4-938E-1E021F75ADC1}"/>
          </ac:spMkLst>
        </pc:spChg>
      </pc:sldChg>
      <pc:sldChg chg="del">
        <pc:chgData name="Choi, YoungChul" userId="cffd7709-ecf3-4b88-a16d-e42124136eca" providerId="ADAL" clId="{47CE56B4-220C-4686-81D9-DFC6A95F0812}" dt="2025-03-22T21:34:40.542" v="216" actId="47"/>
        <pc:sldMkLst>
          <pc:docMk/>
          <pc:sldMk cId="4070492817" sldId="848"/>
        </pc:sldMkLst>
      </pc:sldChg>
      <pc:sldChg chg="del">
        <pc:chgData name="Choi, YoungChul" userId="cffd7709-ecf3-4b88-a16d-e42124136eca" providerId="ADAL" clId="{47CE56B4-220C-4686-81D9-DFC6A95F0812}" dt="2025-03-22T21:34:40.542" v="216" actId="47"/>
        <pc:sldMkLst>
          <pc:docMk/>
          <pc:sldMk cId="1456329849" sldId="849"/>
        </pc:sldMkLst>
      </pc:sldChg>
      <pc:sldChg chg="modSp add mod modNotesTx">
        <pc:chgData name="Choi, YoungChul" userId="cffd7709-ecf3-4b88-a16d-e42124136eca" providerId="ADAL" clId="{47CE56B4-220C-4686-81D9-DFC6A95F0812}" dt="2025-03-28T05:13:06.956" v="8529" actId="20577"/>
        <pc:sldMkLst>
          <pc:docMk/>
          <pc:sldMk cId="1520436167" sldId="849"/>
        </pc:sldMkLst>
        <pc:spChg chg="mod">
          <ac:chgData name="Choi, YoungChul" userId="cffd7709-ecf3-4b88-a16d-e42124136eca" providerId="ADAL" clId="{47CE56B4-220C-4686-81D9-DFC6A95F0812}" dt="2025-03-23T03:04:24.836" v="1977"/>
          <ac:spMkLst>
            <pc:docMk/>
            <pc:sldMk cId="1520436167" sldId="849"/>
            <ac:spMk id="4" creationId="{94523DCF-6B74-4AE2-AB3E-4E90B1CAA175}"/>
          </ac:spMkLst>
        </pc:spChg>
        <pc:spChg chg="mod">
          <ac:chgData name="Choi, YoungChul" userId="cffd7709-ecf3-4b88-a16d-e42124136eca" providerId="ADAL" clId="{47CE56B4-220C-4686-81D9-DFC6A95F0812}" dt="2025-03-23T19:37:53.581" v="5835" actId="20577"/>
          <ac:spMkLst>
            <pc:docMk/>
            <pc:sldMk cId="1520436167" sldId="849"/>
            <ac:spMk id="9" creationId="{18C51226-5207-4DB4-938E-1E021F75ADC1}"/>
          </ac:spMkLst>
        </pc:spChg>
      </pc:sldChg>
      <pc:sldChg chg="addSp delSp modSp add mod modShow modNotesTx">
        <pc:chgData name="Choi, YoungChul" userId="cffd7709-ecf3-4b88-a16d-e42124136eca" providerId="ADAL" clId="{47CE56B4-220C-4686-81D9-DFC6A95F0812}" dt="2025-03-28T05:17:47.007" v="8892" actId="20577"/>
        <pc:sldMkLst>
          <pc:docMk/>
          <pc:sldMk cId="487710458" sldId="850"/>
        </pc:sldMkLst>
        <pc:spChg chg="mod">
          <ac:chgData name="Choi, YoungChul" userId="cffd7709-ecf3-4b88-a16d-e42124136eca" providerId="ADAL" clId="{47CE56B4-220C-4686-81D9-DFC6A95F0812}" dt="2025-03-23T03:08:11.682" v="2085" actId="20577"/>
          <ac:spMkLst>
            <pc:docMk/>
            <pc:sldMk cId="487710458" sldId="850"/>
            <ac:spMk id="4" creationId="{94523DCF-6B74-4AE2-AB3E-4E90B1CAA175}"/>
          </ac:spMkLst>
        </pc:spChg>
        <pc:spChg chg="add del">
          <ac:chgData name="Choi, YoungChul" userId="cffd7709-ecf3-4b88-a16d-e42124136eca" providerId="ADAL" clId="{47CE56B4-220C-4686-81D9-DFC6A95F0812}" dt="2025-03-23T03:30:30.626" v="2463" actId="22"/>
          <ac:spMkLst>
            <pc:docMk/>
            <pc:sldMk cId="487710458" sldId="850"/>
            <ac:spMk id="5" creationId="{17E1AF05-430A-49EA-9EE7-DA461AF9219D}"/>
          </ac:spMkLst>
        </pc:spChg>
        <pc:spChg chg="mod">
          <ac:chgData name="Choi, YoungChul" userId="cffd7709-ecf3-4b88-a16d-e42124136eca" providerId="ADAL" clId="{47CE56B4-220C-4686-81D9-DFC6A95F0812}" dt="2025-03-28T05:13:17.022" v="8546" actId="20577"/>
          <ac:spMkLst>
            <pc:docMk/>
            <pc:sldMk cId="487710458" sldId="850"/>
            <ac:spMk id="9" creationId="{18C51226-5207-4DB4-938E-1E021F75ADC1}"/>
          </ac:spMkLst>
        </pc:spChg>
      </pc:sldChg>
      <pc:sldChg chg="del">
        <pc:chgData name="Choi, YoungChul" userId="cffd7709-ecf3-4b88-a16d-e42124136eca" providerId="ADAL" clId="{47CE56B4-220C-4686-81D9-DFC6A95F0812}" dt="2025-03-22T21:34:40.542" v="216" actId="47"/>
        <pc:sldMkLst>
          <pc:docMk/>
          <pc:sldMk cId="4071507279" sldId="850"/>
        </pc:sldMkLst>
      </pc:sldChg>
      <pc:sldChg chg="del">
        <pc:chgData name="Choi, YoungChul" userId="cffd7709-ecf3-4b88-a16d-e42124136eca" providerId="ADAL" clId="{47CE56B4-220C-4686-81D9-DFC6A95F0812}" dt="2025-03-22T21:34:40.542" v="216" actId="47"/>
        <pc:sldMkLst>
          <pc:docMk/>
          <pc:sldMk cId="355562214" sldId="851"/>
        </pc:sldMkLst>
      </pc:sldChg>
      <pc:sldChg chg="modSp add mod modShow">
        <pc:chgData name="Choi, YoungChul" userId="cffd7709-ecf3-4b88-a16d-e42124136eca" providerId="ADAL" clId="{47CE56B4-220C-4686-81D9-DFC6A95F0812}" dt="2025-03-28T04:32:52.756" v="6855" actId="729"/>
        <pc:sldMkLst>
          <pc:docMk/>
          <pc:sldMk cId="584522302" sldId="851"/>
        </pc:sldMkLst>
        <pc:spChg chg="mod">
          <ac:chgData name="Choi, YoungChul" userId="cffd7709-ecf3-4b88-a16d-e42124136eca" providerId="ADAL" clId="{47CE56B4-220C-4686-81D9-DFC6A95F0812}" dt="2025-03-23T03:25:19.855" v="2237" actId="20577"/>
          <ac:spMkLst>
            <pc:docMk/>
            <pc:sldMk cId="584522302" sldId="851"/>
            <ac:spMk id="4" creationId="{94523DCF-6B74-4AE2-AB3E-4E90B1CAA175}"/>
          </ac:spMkLst>
        </pc:spChg>
        <pc:spChg chg="mod">
          <ac:chgData name="Choi, YoungChul" userId="cffd7709-ecf3-4b88-a16d-e42124136eca" providerId="ADAL" clId="{47CE56B4-220C-4686-81D9-DFC6A95F0812}" dt="2025-03-23T03:30:10.015" v="2461" actId="20577"/>
          <ac:spMkLst>
            <pc:docMk/>
            <pc:sldMk cId="584522302" sldId="851"/>
            <ac:spMk id="9" creationId="{18C51226-5207-4DB4-938E-1E021F75ADC1}"/>
          </ac:spMkLst>
        </pc:spChg>
      </pc:sldChg>
      <pc:sldChg chg="modSp add mod modShow">
        <pc:chgData name="Choi, YoungChul" userId="cffd7709-ecf3-4b88-a16d-e42124136eca" providerId="ADAL" clId="{47CE56B4-220C-4686-81D9-DFC6A95F0812}" dt="2025-03-28T04:32:52.756" v="6855" actId="729"/>
        <pc:sldMkLst>
          <pc:docMk/>
          <pc:sldMk cId="3476387966" sldId="852"/>
        </pc:sldMkLst>
        <pc:spChg chg="mod">
          <ac:chgData name="Choi, YoungChul" userId="cffd7709-ecf3-4b88-a16d-e42124136eca" providerId="ADAL" clId="{47CE56B4-220C-4686-81D9-DFC6A95F0812}" dt="2025-03-28T03:18:55.486" v="6367" actId="20577"/>
          <ac:spMkLst>
            <pc:docMk/>
            <pc:sldMk cId="3476387966" sldId="852"/>
            <ac:spMk id="9" creationId="{18C51226-5207-4DB4-938E-1E021F75ADC1}"/>
          </ac:spMkLst>
        </pc:spChg>
      </pc:sldChg>
      <pc:sldChg chg="modSp add mod modShow">
        <pc:chgData name="Choi, YoungChul" userId="cffd7709-ecf3-4b88-a16d-e42124136eca" providerId="ADAL" clId="{47CE56B4-220C-4686-81D9-DFC6A95F0812}" dt="2025-03-28T05:48:37.195" v="8991" actId="20577"/>
        <pc:sldMkLst>
          <pc:docMk/>
          <pc:sldMk cId="3918743894" sldId="853"/>
        </pc:sldMkLst>
        <pc:spChg chg="mod">
          <ac:chgData name="Choi, YoungChul" userId="cffd7709-ecf3-4b88-a16d-e42124136eca" providerId="ADAL" clId="{47CE56B4-220C-4686-81D9-DFC6A95F0812}" dt="2025-03-28T05:48:37.195" v="8991" actId="20577"/>
          <ac:spMkLst>
            <pc:docMk/>
            <pc:sldMk cId="3918743894" sldId="853"/>
            <ac:spMk id="9" creationId="{18C51226-5207-4DB4-938E-1E021F75ADC1}"/>
          </ac:spMkLst>
        </pc:spChg>
      </pc:sldChg>
      <pc:sldChg chg="modSp add del mod modShow">
        <pc:chgData name="Choi, YoungChul" userId="cffd7709-ecf3-4b88-a16d-e42124136eca" providerId="ADAL" clId="{47CE56B4-220C-4686-81D9-DFC6A95F0812}" dt="2025-03-23T04:52:16.285" v="2746" actId="47"/>
        <pc:sldMkLst>
          <pc:docMk/>
          <pc:sldMk cId="2013882300" sldId="854"/>
        </pc:sldMkLst>
        <pc:spChg chg="mod">
          <ac:chgData name="Choi, YoungChul" userId="cffd7709-ecf3-4b88-a16d-e42124136eca" providerId="ADAL" clId="{47CE56B4-220C-4686-81D9-DFC6A95F0812}" dt="2025-03-23T04:51:57.525" v="2745" actId="20577"/>
          <ac:spMkLst>
            <pc:docMk/>
            <pc:sldMk cId="2013882300" sldId="854"/>
            <ac:spMk id="4" creationId="{94523DCF-6B74-4AE2-AB3E-4E90B1CAA175}"/>
          </ac:spMkLst>
        </pc:spChg>
      </pc:sldChg>
      <pc:sldChg chg="modSp add mod modShow">
        <pc:chgData name="Choi, YoungChul" userId="cffd7709-ecf3-4b88-a16d-e42124136eca" providerId="ADAL" clId="{47CE56B4-220C-4686-81D9-DFC6A95F0812}" dt="2025-03-28T04:32:52.756" v="6855" actId="729"/>
        <pc:sldMkLst>
          <pc:docMk/>
          <pc:sldMk cId="2229077829" sldId="854"/>
        </pc:sldMkLst>
        <pc:spChg chg="mod">
          <ac:chgData name="Choi, YoungChul" userId="cffd7709-ecf3-4b88-a16d-e42124136eca" providerId="ADAL" clId="{47CE56B4-220C-4686-81D9-DFC6A95F0812}" dt="2025-03-28T04:32:19.484" v="6853" actId="20577"/>
          <ac:spMkLst>
            <pc:docMk/>
            <pc:sldMk cId="2229077829" sldId="854"/>
            <ac:spMk id="9" creationId="{18C51226-5207-4DB4-938E-1E021F75ADC1}"/>
          </ac:spMkLst>
        </pc:spChg>
      </pc:sldChg>
      <pc:sldChg chg="modSp add del mod modShow">
        <pc:chgData name="Choi, YoungChul" userId="cffd7709-ecf3-4b88-a16d-e42124136eca" providerId="ADAL" clId="{47CE56B4-220C-4686-81D9-DFC6A95F0812}" dt="2025-03-23T04:51:40.356" v="2729" actId="47"/>
        <pc:sldMkLst>
          <pc:docMk/>
          <pc:sldMk cId="2532242777" sldId="854"/>
        </pc:sldMkLst>
        <pc:spChg chg="mod">
          <ac:chgData name="Choi, YoungChul" userId="cffd7709-ecf3-4b88-a16d-e42124136eca" providerId="ADAL" clId="{47CE56B4-220C-4686-81D9-DFC6A95F0812}" dt="2025-03-23T04:51:11.084" v="2727" actId="20577"/>
          <ac:spMkLst>
            <pc:docMk/>
            <pc:sldMk cId="2532242777" sldId="854"/>
            <ac:spMk id="4" creationId="{94523DCF-6B74-4AE2-AB3E-4E90B1CAA175}"/>
          </ac:spMkLst>
        </pc:spChg>
      </pc:sldChg>
      <pc:sldChg chg="modSp add del mod ord modShow">
        <pc:chgData name="Choi, YoungChul" userId="cffd7709-ecf3-4b88-a16d-e42124136eca" providerId="ADAL" clId="{47CE56B4-220C-4686-81D9-DFC6A95F0812}" dt="2025-03-23T05:56:56.605" v="3416" actId="2696"/>
        <pc:sldMkLst>
          <pc:docMk/>
          <pc:sldMk cId="3046466017" sldId="854"/>
        </pc:sldMkLst>
        <pc:spChg chg="mod">
          <ac:chgData name="Choi, YoungChul" userId="cffd7709-ecf3-4b88-a16d-e42124136eca" providerId="ADAL" clId="{47CE56B4-220C-4686-81D9-DFC6A95F0812}" dt="2025-03-23T04:55:01.206" v="2768" actId="20577"/>
          <ac:spMkLst>
            <pc:docMk/>
            <pc:sldMk cId="3046466017" sldId="854"/>
            <ac:spMk id="4" creationId="{94523DCF-6B74-4AE2-AB3E-4E90B1CAA175}"/>
          </ac:spMkLst>
        </pc:spChg>
        <pc:spChg chg="mod">
          <ac:chgData name="Choi, YoungChul" userId="cffd7709-ecf3-4b88-a16d-e42124136eca" providerId="ADAL" clId="{47CE56B4-220C-4686-81D9-DFC6A95F0812}" dt="2025-03-23T05:49:37.719" v="3405" actId="20577"/>
          <ac:spMkLst>
            <pc:docMk/>
            <pc:sldMk cId="3046466017" sldId="854"/>
            <ac:spMk id="9" creationId="{18C51226-5207-4DB4-938E-1E021F75ADC1}"/>
          </ac:spMkLst>
        </pc:spChg>
      </pc:sldChg>
      <pc:sldChg chg="modSp add mod modShow">
        <pc:chgData name="Choi, YoungChul" userId="cffd7709-ecf3-4b88-a16d-e42124136eca" providerId="ADAL" clId="{47CE56B4-220C-4686-81D9-DFC6A95F0812}" dt="2025-03-28T04:32:52.756" v="6855" actId="729"/>
        <pc:sldMkLst>
          <pc:docMk/>
          <pc:sldMk cId="3199085101" sldId="855"/>
        </pc:sldMkLst>
        <pc:spChg chg="mod">
          <ac:chgData name="Choi, YoungChul" userId="cffd7709-ecf3-4b88-a16d-e42124136eca" providerId="ADAL" clId="{47CE56B4-220C-4686-81D9-DFC6A95F0812}" dt="2025-03-23T16:03:18.286" v="4196" actId="108"/>
          <ac:spMkLst>
            <pc:docMk/>
            <pc:sldMk cId="3199085101" sldId="855"/>
            <ac:spMk id="9" creationId="{18C51226-5207-4DB4-938E-1E021F75ADC1}"/>
          </ac:spMkLst>
        </pc:spChg>
      </pc:sldChg>
      <pc:sldChg chg="modSp add del mod">
        <pc:chgData name="Choi, YoungChul" userId="cffd7709-ecf3-4b88-a16d-e42124136eca" providerId="ADAL" clId="{47CE56B4-220C-4686-81D9-DFC6A95F0812}" dt="2025-03-23T05:56:56.605" v="3416" actId="2696"/>
        <pc:sldMkLst>
          <pc:docMk/>
          <pc:sldMk cId="4146858699" sldId="855"/>
        </pc:sldMkLst>
        <pc:spChg chg="mod">
          <ac:chgData name="Choi, YoungChul" userId="cffd7709-ecf3-4b88-a16d-e42124136eca" providerId="ADAL" clId="{47CE56B4-220C-4686-81D9-DFC6A95F0812}" dt="2025-03-23T05:56:19.312" v="3411" actId="20577"/>
          <ac:spMkLst>
            <pc:docMk/>
            <pc:sldMk cId="4146858699" sldId="855"/>
            <ac:spMk id="4" creationId="{94523DCF-6B74-4AE2-AB3E-4E90B1CAA175}"/>
          </ac:spMkLst>
        </pc:spChg>
        <pc:spChg chg="mod">
          <ac:chgData name="Choi, YoungChul" userId="cffd7709-ecf3-4b88-a16d-e42124136eca" providerId="ADAL" clId="{47CE56B4-220C-4686-81D9-DFC6A95F0812}" dt="2025-03-23T05:49:08.331" v="3397" actId="27636"/>
          <ac:spMkLst>
            <pc:docMk/>
            <pc:sldMk cId="4146858699" sldId="855"/>
            <ac:spMk id="9" creationId="{18C51226-5207-4DB4-938E-1E021F75ADC1}"/>
          </ac:spMkLst>
        </pc:spChg>
      </pc:sldChg>
      <pc:sldChg chg="modSp add del mod">
        <pc:chgData name="Choi, YoungChul" userId="cffd7709-ecf3-4b88-a16d-e42124136eca" providerId="ADAL" clId="{47CE56B4-220C-4686-81D9-DFC6A95F0812}" dt="2025-03-23T05:56:56.605" v="3416" actId="2696"/>
        <pc:sldMkLst>
          <pc:docMk/>
          <pc:sldMk cId="1521799099" sldId="856"/>
        </pc:sldMkLst>
        <pc:spChg chg="mod">
          <ac:chgData name="Choi, YoungChul" userId="cffd7709-ecf3-4b88-a16d-e42124136eca" providerId="ADAL" clId="{47CE56B4-220C-4686-81D9-DFC6A95F0812}" dt="2025-03-23T05:56:36.744" v="3413" actId="20577"/>
          <ac:spMkLst>
            <pc:docMk/>
            <pc:sldMk cId="1521799099" sldId="856"/>
            <ac:spMk id="4" creationId="{94523DCF-6B74-4AE2-AB3E-4E90B1CAA175}"/>
          </ac:spMkLst>
        </pc:spChg>
        <pc:spChg chg="mod">
          <ac:chgData name="Choi, YoungChul" userId="cffd7709-ecf3-4b88-a16d-e42124136eca" providerId="ADAL" clId="{47CE56B4-220C-4686-81D9-DFC6A95F0812}" dt="2025-03-23T05:49:30.476" v="3400" actId="21"/>
          <ac:spMkLst>
            <pc:docMk/>
            <pc:sldMk cId="1521799099" sldId="856"/>
            <ac:spMk id="9" creationId="{18C51226-5207-4DB4-938E-1E021F75ADC1}"/>
          </ac:spMkLst>
        </pc:spChg>
      </pc:sldChg>
      <pc:sldChg chg="modSp add mod modShow">
        <pc:chgData name="Choi, YoungChul" userId="cffd7709-ecf3-4b88-a16d-e42124136eca" providerId="ADAL" clId="{47CE56B4-220C-4686-81D9-DFC6A95F0812}" dt="2025-03-28T05:50:29.181" v="8999" actId="20577"/>
        <pc:sldMkLst>
          <pc:docMk/>
          <pc:sldMk cId="2544308640" sldId="856"/>
        </pc:sldMkLst>
        <pc:spChg chg="mod">
          <ac:chgData name="Choi, YoungChul" userId="cffd7709-ecf3-4b88-a16d-e42124136eca" providerId="ADAL" clId="{47CE56B4-220C-4686-81D9-DFC6A95F0812}" dt="2025-03-28T05:50:29.181" v="8999" actId="20577"/>
          <ac:spMkLst>
            <pc:docMk/>
            <pc:sldMk cId="2544308640" sldId="856"/>
            <ac:spMk id="9" creationId="{18C51226-5207-4DB4-938E-1E021F75ADC1}"/>
          </ac:spMkLst>
        </pc:spChg>
      </pc:sldChg>
      <pc:sldChg chg="modSp add mod modShow">
        <pc:chgData name="Choi, YoungChul" userId="cffd7709-ecf3-4b88-a16d-e42124136eca" providerId="ADAL" clId="{47CE56B4-220C-4686-81D9-DFC6A95F0812}" dt="2025-03-28T04:32:52.756" v="6855" actId="729"/>
        <pc:sldMkLst>
          <pc:docMk/>
          <pc:sldMk cId="1907574944" sldId="857"/>
        </pc:sldMkLst>
        <pc:spChg chg="mod">
          <ac:chgData name="Choi, YoungChul" userId="cffd7709-ecf3-4b88-a16d-e42124136eca" providerId="ADAL" clId="{47CE56B4-220C-4686-81D9-DFC6A95F0812}" dt="2025-03-23T06:00:17.762" v="3459" actId="13926"/>
          <ac:spMkLst>
            <pc:docMk/>
            <pc:sldMk cId="1907574944" sldId="857"/>
            <ac:spMk id="9" creationId="{18C51226-5207-4DB4-938E-1E021F75ADC1}"/>
          </ac:spMkLst>
        </pc:spChg>
      </pc:sldChg>
      <pc:sldChg chg="modSp add mod modNotesTx">
        <pc:chgData name="Choi, YoungChul" userId="cffd7709-ecf3-4b88-a16d-e42124136eca" providerId="ADAL" clId="{47CE56B4-220C-4686-81D9-DFC6A95F0812}" dt="2025-03-28T05:02:39.146" v="8098" actId="20577"/>
        <pc:sldMkLst>
          <pc:docMk/>
          <pc:sldMk cId="619785975" sldId="858"/>
        </pc:sldMkLst>
        <pc:spChg chg="mod">
          <ac:chgData name="Choi, YoungChul" userId="cffd7709-ecf3-4b88-a16d-e42124136eca" providerId="ADAL" clId="{47CE56B4-220C-4686-81D9-DFC6A95F0812}" dt="2025-03-28T02:48:45.475" v="6215" actId="20577"/>
          <ac:spMkLst>
            <pc:docMk/>
            <pc:sldMk cId="619785975" sldId="858"/>
            <ac:spMk id="9" creationId="{18C51226-5207-4DB4-938E-1E021F75ADC1}"/>
          </ac:spMkLst>
        </pc:spChg>
      </pc:sldChg>
      <pc:sldChg chg="modSp add mod modShow modNotesTx">
        <pc:chgData name="Choi, YoungChul" userId="cffd7709-ecf3-4b88-a16d-e42124136eca" providerId="ADAL" clId="{47CE56B4-220C-4686-81D9-DFC6A95F0812}" dt="2025-03-30T20:55:41.662" v="9015" actId="27636"/>
        <pc:sldMkLst>
          <pc:docMk/>
          <pc:sldMk cId="4049686232" sldId="859"/>
        </pc:sldMkLst>
        <pc:spChg chg="mod">
          <ac:chgData name="Choi, YoungChul" userId="cffd7709-ecf3-4b88-a16d-e42124136eca" providerId="ADAL" clId="{47CE56B4-220C-4686-81D9-DFC6A95F0812}" dt="2025-03-30T20:55:41.662" v="9015" actId="27636"/>
          <ac:spMkLst>
            <pc:docMk/>
            <pc:sldMk cId="4049686232" sldId="859"/>
            <ac:spMk id="9" creationId="{18C51226-5207-4DB4-938E-1E021F75ADC1}"/>
          </ac:spMkLst>
        </pc:spChg>
      </pc:sldChg>
      <pc:sldChg chg="modSp add del mod modShow">
        <pc:chgData name="Choi, YoungChul" userId="cffd7709-ecf3-4b88-a16d-e42124136eca" providerId="ADAL" clId="{47CE56B4-220C-4686-81D9-DFC6A95F0812}" dt="2025-03-30T20:12:23.482" v="9007" actId="27636"/>
        <pc:sldMkLst>
          <pc:docMk/>
          <pc:sldMk cId="2813959278" sldId="860"/>
        </pc:sldMkLst>
        <pc:spChg chg="mod">
          <ac:chgData name="Choi, YoungChul" userId="cffd7709-ecf3-4b88-a16d-e42124136eca" providerId="ADAL" clId="{47CE56B4-220C-4686-81D9-DFC6A95F0812}" dt="2025-03-30T20:12:23.482" v="9007" actId="27636"/>
          <ac:spMkLst>
            <pc:docMk/>
            <pc:sldMk cId="2813959278" sldId="860"/>
            <ac:spMk id="9" creationId="{18C51226-5207-4DB4-938E-1E021F75ADC1}"/>
          </ac:spMkLst>
        </pc:spChg>
      </pc:sldChg>
      <pc:sldChg chg="modSp add mod modShow modNotesTx">
        <pc:chgData name="Choi, YoungChul" userId="cffd7709-ecf3-4b88-a16d-e42124136eca" providerId="ADAL" clId="{47CE56B4-220C-4686-81D9-DFC6A95F0812}" dt="2025-03-28T05:36:54.104" v="8974"/>
        <pc:sldMkLst>
          <pc:docMk/>
          <pc:sldMk cId="4011171453" sldId="861"/>
        </pc:sldMkLst>
        <pc:spChg chg="mod">
          <ac:chgData name="Choi, YoungChul" userId="cffd7709-ecf3-4b88-a16d-e42124136eca" providerId="ADAL" clId="{47CE56B4-220C-4686-81D9-DFC6A95F0812}" dt="2025-03-28T05:34:17.369" v="8972" actId="20577"/>
          <ac:spMkLst>
            <pc:docMk/>
            <pc:sldMk cId="4011171453" sldId="861"/>
            <ac:spMk id="9" creationId="{18C51226-5207-4DB4-938E-1E021F75ADC1}"/>
          </ac:spMkLst>
        </pc:spChg>
      </pc:sldChg>
      <pc:sldChg chg="modSp add mod modShow">
        <pc:chgData name="Choi, YoungChul" userId="cffd7709-ecf3-4b88-a16d-e42124136eca" providerId="ADAL" clId="{47CE56B4-220C-4686-81D9-DFC6A95F0812}" dt="2025-03-28T05:22:20.180" v="8895" actId="20578"/>
        <pc:sldMkLst>
          <pc:docMk/>
          <pc:sldMk cId="2177100594" sldId="862"/>
        </pc:sldMkLst>
        <pc:spChg chg="mod">
          <ac:chgData name="Choi, YoungChul" userId="cffd7709-ecf3-4b88-a16d-e42124136eca" providerId="ADAL" clId="{47CE56B4-220C-4686-81D9-DFC6A95F0812}" dt="2025-03-28T05:22:20.180" v="8895" actId="20578"/>
          <ac:spMkLst>
            <pc:docMk/>
            <pc:sldMk cId="2177100594" sldId="862"/>
            <ac:spMk id="9" creationId="{18C51226-5207-4DB4-938E-1E021F75ADC1}"/>
          </ac:spMkLst>
        </pc:spChg>
      </pc:sldChg>
      <pc:sldChg chg="modSp add del mod">
        <pc:chgData name="Choi, YoungChul" userId="cffd7709-ecf3-4b88-a16d-e42124136eca" providerId="ADAL" clId="{47CE56B4-220C-4686-81D9-DFC6A95F0812}" dt="2025-03-23T19:30:15.604" v="5708" actId="47"/>
        <pc:sldMkLst>
          <pc:docMk/>
          <pc:sldMk cId="3305669195" sldId="863"/>
        </pc:sldMkLst>
        <pc:spChg chg="mod">
          <ac:chgData name="Choi, YoungChul" userId="cffd7709-ecf3-4b88-a16d-e42124136eca" providerId="ADAL" clId="{47CE56B4-220C-4686-81D9-DFC6A95F0812}" dt="2025-03-23T19:29:08.885" v="5663" actId="27636"/>
          <ac:spMkLst>
            <pc:docMk/>
            <pc:sldMk cId="3305669195" sldId="863"/>
            <ac:spMk id="9" creationId="{18C51226-5207-4DB4-938E-1E021F75ADC1}"/>
          </ac:spMkLst>
        </pc:spChg>
      </pc:sldChg>
      <pc:sldChg chg="modSp add mod modShow">
        <pc:chgData name="Choi, YoungChul" userId="cffd7709-ecf3-4b88-a16d-e42124136eca" providerId="ADAL" clId="{47CE56B4-220C-4686-81D9-DFC6A95F0812}" dt="2025-03-28T04:32:52.756" v="6855" actId="729"/>
        <pc:sldMkLst>
          <pc:docMk/>
          <pc:sldMk cId="126371521" sldId="864"/>
        </pc:sldMkLst>
        <pc:spChg chg="mod">
          <ac:chgData name="Choi, YoungChul" userId="cffd7709-ecf3-4b88-a16d-e42124136eca" providerId="ADAL" clId="{47CE56B4-220C-4686-81D9-DFC6A95F0812}" dt="2025-03-28T04:21:29.390" v="6679" actId="113"/>
          <ac:spMkLst>
            <pc:docMk/>
            <pc:sldMk cId="126371521" sldId="864"/>
            <ac:spMk id="9" creationId="{18C51226-5207-4DB4-938E-1E021F75ADC1}"/>
          </ac:spMkLst>
        </pc:spChg>
      </pc:sldChg>
      <pc:sldChg chg="modSp add mod modShow">
        <pc:chgData name="Choi, YoungChul" userId="cffd7709-ecf3-4b88-a16d-e42124136eca" providerId="ADAL" clId="{47CE56B4-220C-4686-81D9-DFC6A95F0812}" dt="2025-03-28T04:32:52.756" v="6855" actId="729"/>
        <pc:sldMkLst>
          <pc:docMk/>
          <pc:sldMk cId="1619587592" sldId="865"/>
        </pc:sldMkLst>
        <pc:spChg chg="mod">
          <ac:chgData name="Choi, YoungChul" userId="cffd7709-ecf3-4b88-a16d-e42124136eca" providerId="ADAL" clId="{47CE56B4-220C-4686-81D9-DFC6A95F0812}" dt="2025-03-28T04:30:23.888" v="6833" actId="113"/>
          <ac:spMkLst>
            <pc:docMk/>
            <pc:sldMk cId="1619587592" sldId="865"/>
            <ac:spMk id="9" creationId="{18C51226-5207-4DB4-938E-1E021F75ADC1}"/>
          </ac:spMkLst>
        </pc:spChg>
      </pc:sldChg>
      <pc:sldChg chg="modSp add mod modShow">
        <pc:chgData name="Choi, YoungChul" userId="cffd7709-ecf3-4b88-a16d-e42124136eca" providerId="ADAL" clId="{47CE56B4-220C-4686-81D9-DFC6A95F0812}" dt="2025-03-28T04:48:50.195" v="7966" actId="20577"/>
        <pc:sldMkLst>
          <pc:docMk/>
          <pc:sldMk cId="2400614974" sldId="866"/>
        </pc:sldMkLst>
        <pc:spChg chg="mod">
          <ac:chgData name="Choi, YoungChul" userId="cffd7709-ecf3-4b88-a16d-e42124136eca" providerId="ADAL" clId="{47CE56B4-220C-4686-81D9-DFC6A95F0812}" dt="2025-03-28T04:48:50.195" v="7966" actId="20577"/>
          <ac:spMkLst>
            <pc:docMk/>
            <pc:sldMk cId="2400614974" sldId="866"/>
            <ac:spMk id="9" creationId="{18C51226-5207-4DB4-938E-1E021F75ADC1}"/>
          </ac:spMkLst>
        </pc:spChg>
      </pc:sldChg>
      <pc:sldChg chg="addSp delSp modSp add mod ord modShow modNotesTx">
        <pc:chgData name="Choi, YoungChul" userId="cffd7709-ecf3-4b88-a16d-e42124136eca" providerId="ADAL" clId="{47CE56B4-220C-4686-81D9-DFC6A95F0812}" dt="2025-03-28T05:36:49.327" v="8973"/>
        <pc:sldMkLst>
          <pc:docMk/>
          <pc:sldMk cId="4267321063" sldId="867"/>
        </pc:sldMkLst>
        <pc:spChg chg="add mod">
          <ac:chgData name="Choi, YoungChul" userId="cffd7709-ecf3-4b88-a16d-e42124136eca" providerId="ADAL" clId="{47CE56B4-220C-4686-81D9-DFC6A95F0812}" dt="2025-03-28T04:25:25.609" v="6799" actId="113"/>
          <ac:spMkLst>
            <pc:docMk/>
            <pc:sldMk cId="4267321063" sldId="867"/>
            <ac:spMk id="5" creationId="{65093130-E1E5-48C1-B879-255FB22A6F2D}"/>
          </ac:spMkLst>
        </pc:spChg>
        <pc:spChg chg="add del mod">
          <ac:chgData name="Choi, YoungChul" userId="cffd7709-ecf3-4b88-a16d-e42124136eca" providerId="ADAL" clId="{47CE56B4-220C-4686-81D9-DFC6A95F0812}" dt="2025-03-28T04:23:14.828" v="6734"/>
          <ac:spMkLst>
            <pc:docMk/>
            <pc:sldMk cId="4267321063" sldId="867"/>
            <ac:spMk id="6" creationId="{E975A56F-7C59-4965-BF14-92B35BB93E2F}"/>
          </ac:spMkLst>
        </pc:spChg>
        <pc:spChg chg="mod">
          <ac:chgData name="Choi, YoungChul" userId="cffd7709-ecf3-4b88-a16d-e42124136eca" providerId="ADAL" clId="{47CE56B4-220C-4686-81D9-DFC6A95F0812}" dt="2025-03-28T04:22:27.560" v="6713" actId="27636"/>
          <ac:spMkLst>
            <pc:docMk/>
            <pc:sldMk cId="4267321063" sldId="867"/>
            <ac:spMk id="9" creationId="{18C51226-5207-4DB4-938E-1E021F75ADC1}"/>
          </ac:spMkLst>
        </pc:spChg>
      </pc:sldChg>
      <pc:sldChg chg="modSp add mod modShow">
        <pc:chgData name="Choi, YoungChul" userId="cffd7709-ecf3-4b88-a16d-e42124136eca" providerId="ADAL" clId="{47CE56B4-220C-4686-81D9-DFC6A95F0812}" dt="2025-03-28T04:32:52.756" v="6855" actId="729"/>
        <pc:sldMkLst>
          <pc:docMk/>
          <pc:sldMk cId="1273992250" sldId="868"/>
        </pc:sldMkLst>
        <pc:spChg chg="mod">
          <ac:chgData name="Choi, YoungChul" userId="cffd7709-ecf3-4b88-a16d-e42124136eca" providerId="ADAL" clId="{47CE56B4-220C-4686-81D9-DFC6A95F0812}" dt="2025-03-28T04:29:12.346" v="6805" actId="113"/>
          <ac:spMkLst>
            <pc:docMk/>
            <pc:sldMk cId="1273992250" sldId="868"/>
            <ac:spMk id="9" creationId="{18C51226-5207-4DB4-938E-1E021F75ADC1}"/>
          </ac:spMkLst>
        </pc:spChg>
      </pc:sldChg>
      <pc:sldChg chg="modSp add mod modShow">
        <pc:chgData name="Choi, YoungChul" userId="cffd7709-ecf3-4b88-a16d-e42124136eca" providerId="ADAL" clId="{47CE56B4-220C-4686-81D9-DFC6A95F0812}" dt="2025-03-28T04:32:52.756" v="6855" actId="729"/>
        <pc:sldMkLst>
          <pc:docMk/>
          <pc:sldMk cId="4278849915" sldId="869"/>
        </pc:sldMkLst>
        <pc:spChg chg="mod">
          <ac:chgData name="Choi, YoungChul" userId="cffd7709-ecf3-4b88-a16d-e42124136eca" providerId="ADAL" clId="{47CE56B4-220C-4686-81D9-DFC6A95F0812}" dt="2025-03-28T03:22:46.646" v="6572" actId="207"/>
          <ac:spMkLst>
            <pc:docMk/>
            <pc:sldMk cId="4278849915" sldId="869"/>
            <ac:spMk id="9" creationId="{18C51226-5207-4DB4-938E-1E021F75ADC1}"/>
          </ac:spMkLst>
        </pc:spChg>
      </pc:sldChg>
      <pc:sldChg chg="addSp modSp add mod modShow">
        <pc:chgData name="Choi, YoungChul" userId="cffd7709-ecf3-4b88-a16d-e42124136eca" providerId="ADAL" clId="{47CE56B4-220C-4686-81D9-DFC6A95F0812}" dt="2025-03-28T04:32:52.756" v="6855" actId="729"/>
        <pc:sldMkLst>
          <pc:docMk/>
          <pc:sldMk cId="3112078406" sldId="870"/>
        </pc:sldMkLst>
        <pc:spChg chg="add mod">
          <ac:chgData name="Choi, YoungChul" userId="cffd7709-ecf3-4b88-a16d-e42124136eca" providerId="ADAL" clId="{47CE56B4-220C-4686-81D9-DFC6A95F0812}" dt="2025-03-28T04:21:00.802" v="6675" actId="207"/>
          <ac:spMkLst>
            <pc:docMk/>
            <pc:sldMk cId="3112078406" sldId="870"/>
            <ac:spMk id="5" creationId="{A1F84726-6BD5-49F7-8C7C-BFFC5474C377}"/>
          </ac:spMkLst>
        </pc:spChg>
        <pc:spChg chg="mod">
          <ac:chgData name="Choi, YoungChul" userId="cffd7709-ecf3-4b88-a16d-e42124136eca" providerId="ADAL" clId="{47CE56B4-220C-4686-81D9-DFC6A95F0812}" dt="2025-03-28T04:20:15.799" v="6665" actId="27636"/>
          <ac:spMkLst>
            <pc:docMk/>
            <pc:sldMk cId="3112078406" sldId="870"/>
            <ac:spMk id="9" creationId="{18C51226-5207-4DB4-938E-1E021F75ADC1}"/>
          </ac:spMkLst>
        </pc:spChg>
      </pc:sldChg>
      <pc:sldChg chg="modSp add del mod">
        <pc:chgData name="Choi, YoungChul" userId="cffd7709-ecf3-4b88-a16d-e42124136eca" providerId="ADAL" clId="{47CE56B4-220C-4686-81D9-DFC6A95F0812}" dt="2025-03-28T04:23:55.190" v="6766" actId="47"/>
        <pc:sldMkLst>
          <pc:docMk/>
          <pc:sldMk cId="574825761" sldId="871"/>
        </pc:sldMkLst>
        <pc:spChg chg="mod">
          <ac:chgData name="Choi, YoungChul" userId="cffd7709-ecf3-4b88-a16d-e42124136eca" providerId="ADAL" clId="{47CE56B4-220C-4686-81D9-DFC6A95F0812}" dt="2025-03-28T04:23:53.264" v="6765" actId="404"/>
          <ac:spMkLst>
            <pc:docMk/>
            <pc:sldMk cId="574825761" sldId="871"/>
            <ac:spMk id="5" creationId="{65093130-E1E5-48C1-B879-255FB22A6F2D}"/>
          </ac:spMkLst>
        </pc:spChg>
      </pc:sldChg>
      <pc:sldChg chg="modSp add mod modShow">
        <pc:chgData name="Choi, YoungChul" userId="cffd7709-ecf3-4b88-a16d-e42124136eca" providerId="ADAL" clId="{47CE56B4-220C-4686-81D9-DFC6A95F0812}" dt="2025-03-28T05:38:05.323" v="8978" actId="115"/>
        <pc:sldMkLst>
          <pc:docMk/>
          <pc:sldMk cId="2719474221" sldId="871"/>
        </pc:sldMkLst>
        <pc:spChg chg="mod">
          <ac:chgData name="Choi, YoungChul" userId="cffd7709-ecf3-4b88-a16d-e42124136eca" providerId="ADAL" clId="{47CE56B4-220C-4686-81D9-DFC6A95F0812}" dt="2025-03-28T05:38:05.323" v="8978" actId="115"/>
          <ac:spMkLst>
            <pc:docMk/>
            <pc:sldMk cId="2719474221" sldId="871"/>
            <ac:spMk id="9" creationId="{18C51226-5207-4DB4-938E-1E021F75ADC1}"/>
          </ac:spMkLst>
        </pc:spChg>
      </pc:sldChg>
    </pc:docChg>
  </pc:docChgLst>
  <pc:docChgLst>
    <pc:chgData name="Choi, YoungChul" userId="cffd7709-ecf3-4b88-a16d-e42124136eca" providerId="ADAL" clId="{123C03A1-1C5C-4D17-A9E7-B3D24C86FE55}"/>
    <pc:docChg chg="undo redo custSel addSld delSld modSld modSection">
      <pc:chgData name="Choi, YoungChul" userId="cffd7709-ecf3-4b88-a16d-e42124136eca" providerId="ADAL" clId="{123C03A1-1C5C-4D17-A9E7-B3D24C86FE55}" dt="2025-03-22T21:21:09.733" v="2594" actId="20577"/>
      <pc:docMkLst>
        <pc:docMk/>
      </pc:docMkLst>
      <pc:sldChg chg="modSp mod">
        <pc:chgData name="Choi, YoungChul" userId="cffd7709-ecf3-4b88-a16d-e42124136eca" providerId="ADAL" clId="{123C03A1-1C5C-4D17-A9E7-B3D24C86FE55}" dt="2025-03-21T19:05:54.205" v="2470" actId="20577"/>
        <pc:sldMkLst>
          <pc:docMk/>
          <pc:sldMk cId="1825105875" sldId="714"/>
        </pc:sldMkLst>
        <pc:spChg chg="mod">
          <ac:chgData name="Choi, YoungChul" userId="cffd7709-ecf3-4b88-a16d-e42124136eca" providerId="ADAL" clId="{123C03A1-1C5C-4D17-A9E7-B3D24C86FE55}" dt="2025-03-21T19:05:54.205" v="2470" actId="20577"/>
          <ac:spMkLst>
            <pc:docMk/>
            <pc:sldMk cId="1825105875" sldId="714"/>
            <ac:spMk id="12" creationId="{00000000-0000-0000-0000-000000000000}"/>
          </ac:spMkLst>
        </pc:spChg>
      </pc:sldChg>
      <pc:sldChg chg="del">
        <pc:chgData name="Choi, YoungChul" userId="cffd7709-ecf3-4b88-a16d-e42124136eca" providerId="ADAL" clId="{123C03A1-1C5C-4D17-A9E7-B3D24C86FE55}" dt="2025-03-21T19:04:53.410" v="2462" actId="47"/>
        <pc:sldMkLst>
          <pc:docMk/>
          <pc:sldMk cId="2568857203" sldId="831"/>
        </pc:sldMkLst>
      </pc:sldChg>
      <pc:sldChg chg="modSp mod">
        <pc:chgData name="Choi, YoungChul" userId="cffd7709-ecf3-4b88-a16d-e42124136eca" providerId="ADAL" clId="{123C03A1-1C5C-4D17-A9E7-B3D24C86FE55}" dt="2025-03-21T00:36:04.993" v="530" actId="20577"/>
        <pc:sldMkLst>
          <pc:docMk/>
          <pc:sldMk cId="1086449283" sldId="839"/>
        </pc:sldMkLst>
        <pc:spChg chg="mod">
          <ac:chgData name="Choi, YoungChul" userId="cffd7709-ecf3-4b88-a16d-e42124136eca" providerId="ADAL" clId="{123C03A1-1C5C-4D17-A9E7-B3D24C86FE55}" dt="2025-03-21T00:36:04.993" v="530" actId="20577"/>
          <ac:spMkLst>
            <pc:docMk/>
            <pc:sldMk cId="1086449283" sldId="839"/>
            <ac:spMk id="9" creationId="{18C51226-5207-4DB4-938E-1E021F75ADC1}"/>
          </ac:spMkLst>
        </pc:spChg>
      </pc:sldChg>
      <pc:sldChg chg="del">
        <pc:chgData name="Choi, YoungChul" userId="cffd7709-ecf3-4b88-a16d-e42124136eca" providerId="ADAL" clId="{123C03A1-1C5C-4D17-A9E7-B3D24C86FE55}" dt="2025-03-21T19:04:53.410" v="2462" actId="47"/>
        <pc:sldMkLst>
          <pc:docMk/>
          <pc:sldMk cId="3121206275" sldId="842"/>
        </pc:sldMkLst>
      </pc:sldChg>
      <pc:sldChg chg="del">
        <pc:chgData name="Choi, YoungChul" userId="cffd7709-ecf3-4b88-a16d-e42124136eca" providerId="ADAL" clId="{123C03A1-1C5C-4D17-A9E7-B3D24C86FE55}" dt="2025-03-21T19:04:53.410" v="2462" actId="47"/>
        <pc:sldMkLst>
          <pc:docMk/>
          <pc:sldMk cId="3848455584" sldId="843"/>
        </pc:sldMkLst>
      </pc:sldChg>
      <pc:sldChg chg="del">
        <pc:chgData name="Choi, YoungChul" userId="cffd7709-ecf3-4b88-a16d-e42124136eca" providerId="ADAL" clId="{123C03A1-1C5C-4D17-A9E7-B3D24C86FE55}" dt="2025-03-21T19:04:53.410" v="2462" actId="47"/>
        <pc:sldMkLst>
          <pc:docMk/>
          <pc:sldMk cId="1793567658" sldId="844"/>
        </pc:sldMkLst>
      </pc:sldChg>
      <pc:sldChg chg="del">
        <pc:chgData name="Choi, YoungChul" userId="cffd7709-ecf3-4b88-a16d-e42124136eca" providerId="ADAL" clId="{123C03A1-1C5C-4D17-A9E7-B3D24C86FE55}" dt="2025-03-21T19:04:53.410" v="2462" actId="47"/>
        <pc:sldMkLst>
          <pc:docMk/>
          <pc:sldMk cId="1477734890" sldId="845"/>
        </pc:sldMkLst>
      </pc:sldChg>
      <pc:sldChg chg="del">
        <pc:chgData name="Choi, YoungChul" userId="cffd7709-ecf3-4b88-a16d-e42124136eca" providerId="ADAL" clId="{123C03A1-1C5C-4D17-A9E7-B3D24C86FE55}" dt="2025-03-21T19:04:53.410" v="2462" actId="47"/>
        <pc:sldMkLst>
          <pc:docMk/>
          <pc:sldMk cId="3418175215" sldId="846"/>
        </pc:sldMkLst>
      </pc:sldChg>
      <pc:sldChg chg="new del">
        <pc:chgData name="Choi, YoungChul" userId="cffd7709-ecf3-4b88-a16d-e42124136eca" providerId="ADAL" clId="{123C03A1-1C5C-4D17-A9E7-B3D24C86FE55}" dt="2025-03-21T19:04:54.836" v="2463" actId="47"/>
        <pc:sldMkLst>
          <pc:docMk/>
          <pc:sldMk cId="1939947055" sldId="847"/>
        </pc:sldMkLst>
      </pc:sldChg>
      <pc:sldChg chg="addSp delSp modSp add mod modNotesTx">
        <pc:chgData name="Choi, YoungChul" userId="cffd7709-ecf3-4b88-a16d-e42124136eca" providerId="ADAL" clId="{123C03A1-1C5C-4D17-A9E7-B3D24C86FE55}" dt="2025-03-21T19:06:50.649" v="2481" actId="20577"/>
        <pc:sldMkLst>
          <pc:docMk/>
          <pc:sldMk cId="4070492817" sldId="848"/>
        </pc:sldMkLst>
        <pc:spChg chg="add del mod">
          <ac:chgData name="Choi, YoungChul" userId="cffd7709-ecf3-4b88-a16d-e42124136eca" providerId="ADAL" clId="{123C03A1-1C5C-4D17-A9E7-B3D24C86FE55}" dt="2025-03-21T19:04:47.236" v="2461" actId="478"/>
          <ac:spMkLst>
            <pc:docMk/>
            <pc:sldMk cId="4070492817" sldId="848"/>
            <ac:spMk id="3" creationId="{0B85567C-FE62-40D3-A34F-D2D5FE9F75AC}"/>
          </ac:spMkLst>
        </pc:spChg>
        <pc:spChg chg="del">
          <ac:chgData name="Choi, YoungChul" userId="cffd7709-ecf3-4b88-a16d-e42124136eca" providerId="ADAL" clId="{123C03A1-1C5C-4D17-A9E7-B3D24C86FE55}" dt="2025-03-21T19:04:44.076" v="2459" actId="478"/>
          <ac:spMkLst>
            <pc:docMk/>
            <pc:sldMk cId="4070492817" sldId="848"/>
            <ac:spMk id="4" creationId="{94523DCF-6B74-4AE2-AB3E-4E90B1CAA175}"/>
          </ac:spMkLst>
        </pc:spChg>
        <pc:spChg chg="add mod">
          <ac:chgData name="Choi, YoungChul" userId="cffd7709-ecf3-4b88-a16d-e42124136eca" providerId="ADAL" clId="{123C03A1-1C5C-4D17-A9E7-B3D24C86FE55}" dt="2025-03-21T19:04:44.267" v="2460"/>
          <ac:spMkLst>
            <pc:docMk/>
            <pc:sldMk cId="4070492817" sldId="848"/>
            <ac:spMk id="6" creationId="{0D56A525-48B1-4C86-BA01-91AB00A66537}"/>
          </ac:spMkLst>
        </pc:spChg>
        <pc:spChg chg="mod">
          <ac:chgData name="Choi, YoungChul" userId="cffd7709-ecf3-4b88-a16d-e42124136eca" providerId="ADAL" clId="{123C03A1-1C5C-4D17-A9E7-B3D24C86FE55}" dt="2025-03-21T19:06:50.649" v="2481" actId="20577"/>
          <ac:spMkLst>
            <pc:docMk/>
            <pc:sldMk cId="4070492817" sldId="848"/>
            <ac:spMk id="10" creationId="{2DCE1E9E-97A0-4F2C-9E80-72DF83967BD8}"/>
          </ac:spMkLst>
        </pc:spChg>
      </pc:sldChg>
      <pc:sldChg chg="modSp add mod">
        <pc:chgData name="Choi, YoungChul" userId="cffd7709-ecf3-4b88-a16d-e42124136eca" providerId="ADAL" clId="{123C03A1-1C5C-4D17-A9E7-B3D24C86FE55}" dt="2025-03-21T19:13:37.624" v="2529" actId="20577"/>
        <pc:sldMkLst>
          <pc:docMk/>
          <pc:sldMk cId="1456329849" sldId="849"/>
        </pc:sldMkLst>
        <pc:spChg chg="mod">
          <ac:chgData name="Choi, YoungChul" userId="cffd7709-ecf3-4b88-a16d-e42124136eca" providerId="ADAL" clId="{123C03A1-1C5C-4D17-A9E7-B3D24C86FE55}" dt="2025-03-21T00:32:58.254" v="422" actId="20577"/>
          <ac:spMkLst>
            <pc:docMk/>
            <pc:sldMk cId="1456329849" sldId="849"/>
            <ac:spMk id="4" creationId="{94523DCF-6B74-4AE2-AB3E-4E90B1CAA175}"/>
          </ac:spMkLst>
        </pc:spChg>
        <pc:spChg chg="mod">
          <ac:chgData name="Choi, YoungChul" userId="cffd7709-ecf3-4b88-a16d-e42124136eca" providerId="ADAL" clId="{123C03A1-1C5C-4D17-A9E7-B3D24C86FE55}" dt="2025-03-21T19:13:37.624" v="2529" actId="20577"/>
          <ac:spMkLst>
            <pc:docMk/>
            <pc:sldMk cId="1456329849" sldId="849"/>
            <ac:spMk id="9" creationId="{18C51226-5207-4DB4-938E-1E021F75ADC1}"/>
          </ac:spMkLst>
        </pc:spChg>
      </pc:sldChg>
      <pc:sldChg chg="addSp delSp modSp add mod modNotesTx">
        <pc:chgData name="Choi, YoungChul" userId="cffd7709-ecf3-4b88-a16d-e42124136eca" providerId="ADAL" clId="{123C03A1-1C5C-4D17-A9E7-B3D24C86FE55}" dt="2025-03-21T19:13:04.569" v="2483" actId="113"/>
        <pc:sldMkLst>
          <pc:docMk/>
          <pc:sldMk cId="4071507279" sldId="850"/>
        </pc:sldMkLst>
        <pc:spChg chg="add del">
          <ac:chgData name="Choi, YoungChul" userId="cffd7709-ecf3-4b88-a16d-e42124136eca" providerId="ADAL" clId="{123C03A1-1C5C-4D17-A9E7-B3D24C86FE55}" dt="2025-03-21T18:40:32.292" v="1379"/>
          <ac:spMkLst>
            <pc:docMk/>
            <pc:sldMk cId="4071507279" sldId="850"/>
            <ac:spMk id="2" creationId="{B7BB27F4-80FE-4BED-A5FB-561DF04E4D8E}"/>
          </ac:spMkLst>
        </pc:spChg>
        <pc:spChg chg="mod">
          <ac:chgData name="Choi, YoungChul" userId="cffd7709-ecf3-4b88-a16d-e42124136eca" providerId="ADAL" clId="{123C03A1-1C5C-4D17-A9E7-B3D24C86FE55}" dt="2025-03-21T00:36:23.185" v="547" actId="20577"/>
          <ac:spMkLst>
            <pc:docMk/>
            <pc:sldMk cId="4071507279" sldId="850"/>
            <ac:spMk id="4" creationId="{94523DCF-6B74-4AE2-AB3E-4E90B1CAA175}"/>
          </ac:spMkLst>
        </pc:spChg>
        <pc:spChg chg="mod">
          <ac:chgData name="Choi, YoungChul" userId="cffd7709-ecf3-4b88-a16d-e42124136eca" providerId="ADAL" clId="{123C03A1-1C5C-4D17-A9E7-B3D24C86FE55}" dt="2025-03-21T19:13:04.569" v="2483" actId="113"/>
          <ac:spMkLst>
            <pc:docMk/>
            <pc:sldMk cId="4071507279" sldId="850"/>
            <ac:spMk id="9" creationId="{18C51226-5207-4DB4-938E-1E021F75ADC1}"/>
          </ac:spMkLst>
        </pc:spChg>
      </pc:sldChg>
      <pc:sldChg chg="modSp add mod modNotesTx">
        <pc:chgData name="Choi, YoungChul" userId="cffd7709-ecf3-4b88-a16d-e42124136eca" providerId="ADAL" clId="{123C03A1-1C5C-4D17-A9E7-B3D24C86FE55}" dt="2025-03-22T21:21:09.733" v="2594" actId="20577"/>
        <pc:sldMkLst>
          <pc:docMk/>
          <pc:sldMk cId="355562214" sldId="851"/>
        </pc:sldMkLst>
        <pc:spChg chg="mod">
          <ac:chgData name="Choi, YoungChul" userId="cffd7709-ecf3-4b88-a16d-e42124136eca" providerId="ADAL" clId="{123C03A1-1C5C-4D17-A9E7-B3D24C86FE55}" dt="2025-03-21T18:58:22.784" v="2154" actId="20577"/>
          <ac:spMkLst>
            <pc:docMk/>
            <pc:sldMk cId="355562214" sldId="851"/>
            <ac:spMk id="4" creationId="{94523DCF-6B74-4AE2-AB3E-4E90B1CAA175}"/>
          </ac:spMkLst>
        </pc:spChg>
        <pc:spChg chg="mod">
          <ac:chgData name="Choi, YoungChul" userId="cffd7709-ecf3-4b88-a16d-e42124136eca" providerId="ADAL" clId="{123C03A1-1C5C-4D17-A9E7-B3D24C86FE55}" dt="2025-03-22T21:21:09.733" v="2594" actId="20577"/>
          <ac:spMkLst>
            <pc:docMk/>
            <pc:sldMk cId="355562214" sldId="851"/>
            <ac:spMk id="9" creationId="{18C51226-5207-4DB4-938E-1E021F75ADC1}"/>
          </ac:spMkLst>
        </pc:spChg>
      </pc:sldChg>
      <pc:sldChg chg="add del">
        <pc:chgData name="Choi, YoungChul" userId="cffd7709-ecf3-4b88-a16d-e42124136eca" providerId="ADAL" clId="{123C03A1-1C5C-4D17-A9E7-B3D24C86FE55}" dt="2025-03-21T04:44:48.693" v="1217" actId="47"/>
        <pc:sldMkLst>
          <pc:docMk/>
          <pc:sldMk cId="1186531885" sldId="851"/>
        </pc:sldMkLst>
      </pc:sldChg>
      <pc:sldChg chg="add del">
        <pc:chgData name="Choi, YoungChul" userId="cffd7709-ecf3-4b88-a16d-e42124136eca" providerId="ADAL" clId="{123C03A1-1C5C-4D17-A9E7-B3D24C86FE55}" dt="2025-03-21T18:53:45.648" v="2069" actId="47"/>
        <pc:sldMkLst>
          <pc:docMk/>
          <pc:sldMk cId="208592405" sldId="85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F6FD56A5-6355-4B13-B783-7CC5477550B3}" type="datetimeFigureOut">
              <a:rPr lang="en-US"/>
              <a:pPr>
                <a:defRPr/>
              </a:pPr>
              <a:t>3/30/2025</a:t>
            </a:fld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" y="700088"/>
            <a:ext cx="6203950" cy="34909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24085"/>
            <a:ext cx="5486400" cy="419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6E074355-CE0D-4C68-A6CB-C364ED71B3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97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Today, I’d like to give you a quick introduction to </a:t>
            </a:r>
            <a:r>
              <a:rPr lang="en-US" b="1" dirty="0" err="1"/>
              <a:t>ClaymoreUW</a:t>
            </a:r>
            <a:r>
              <a:rPr lang="en-US" dirty="0"/>
              <a:t>, the tsunami modeling tool I’ve been using.</a:t>
            </a:r>
            <a:br>
              <a:rPr lang="en-US" dirty="0"/>
            </a:br>
            <a:r>
              <a:rPr lang="en-US" dirty="0"/>
              <a:t>I’ll walk you through what it is and show you how to run a sample simulation using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11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So, what exactly is </a:t>
            </a:r>
            <a:r>
              <a:rPr lang="en-US" dirty="0" err="1"/>
              <a:t>ClaymoreUW</a:t>
            </a:r>
            <a:r>
              <a:rPr lang="en-US" dirty="0"/>
              <a:t>?</a:t>
            </a:r>
          </a:p>
          <a:p>
            <a:r>
              <a:rPr lang="en-US" dirty="0" err="1"/>
              <a:t>ClaymoreUW</a:t>
            </a:r>
            <a:r>
              <a:rPr lang="en-US" dirty="0"/>
              <a:t> is a rebuilt version of the original </a:t>
            </a:r>
            <a:r>
              <a:rPr lang="en-US" b="1" dirty="0"/>
              <a:t>Claymore</a:t>
            </a:r>
            <a:r>
              <a:rPr lang="en-US" dirty="0"/>
              <a:t> program developed by </a:t>
            </a:r>
            <a:r>
              <a:rPr lang="en-US" b="1" dirty="0"/>
              <a:t>Wang et al.</a:t>
            </a:r>
            <a:r>
              <a:rPr lang="en-US" dirty="0"/>
              <a:t> It was redesigned by a research group at the </a:t>
            </a:r>
            <a:r>
              <a:rPr lang="en-US" b="1" dirty="0"/>
              <a:t>University of Washington</a:t>
            </a:r>
            <a:r>
              <a:rPr lang="en-US" dirty="0"/>
              <a:t> to make it more accessible for engineering use.</a:t>
            </a:r>
          </a:p>
          <a:p>
            <a:r>
              <a:rPr lang="en-US" dirty="0"/>
              <a:t>It’s based on the </a:t>
            </a:r>
            <a:r>
              <a:rPr lang="en-US" b="1" dirty="0"/>
              <a:t>Material Point Method (MPM)</a:t>
            </a:r>
            <a:r>
              <a:rPr lang="en-US" dirty="0"/>
              <a:t>, which is a hybrid method that combines grid-based and particle-based calculations. This makes it much better suited than traditional CFD models for simulating things like </a:t>
            </a:r>
            <a:r>
              <a:rPr lang="en-US" b="1" dirty="0"/>
              <a:t>tsunami debris impact</a:t>
            </a:r>
            <a:r>
              <a:rPr lang="en-US" dirty="0"/>
              <a:t> or </a:t>
            </a:r>
            <a:r>
              <a:rPr lang="en-US" b="1" dirty="0"/>
              <a:t>landslides</a:t>
            </a:r>
            <a:r>
              <a:rPr lang="en-US" dirty="0"/>
              <a:t>, where you have </a:t>
            </a:r>
            <a:r>
              <a:rPr lang="en-US" b="1" dirty="0"/>
              <a:t>multi-phase and multi-material interactions</a:t>
            </a:r>
            <a:r>
              <a:rPr lang="en-US" dirty="0"/>
              <a:t>.</a:t>
            </a:r>
          </a:p>
          <a:p>
            <a:r>
              <a:rPr lang="en-US" dirty="0"/>
              <a:t>In this method, materials like water or debris are represented by particles (or points), which carry their </a:t>
            </a:r>
            <a:r>
              <a:rPr lang="en-US" b="1" dirty="0"/>
              <a:t>positions</a:t>
            </a:r>
            <a:r>
              <a:rPr lang="en-US" dirty="0"/>
              <a:t> and </a:t>
            </a:r>
            <a:r>
              <a:rPr lang="en-US" b="1" dirty="0"/>
              <a:t>deformation gradients</a:t>
            </a:r>
            <a:r>
              <a:rPr lang="en-US" dirty="0"/>
              <a:t>. Boundaries—like the ground, walls, or structures—are represented on a grid. The nodes in the grid calculate things like </a:t>
            </a:r>
            <a:r>
              <a:rPr lang="en-US" b="1" dirty="0"/>
              <a:t>momentum, velocity, or force</a:t>
            </a:r>
            <a:r>
              <a:rPr lang="en-US" dirty="0"/>
              <a:t> based on the nearby particles. So overall, MPM is more flexible and better for modeling complex interactions and deformation compared to traditional models.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3438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run a simulation, there are a few things you’ll need to install first.</a:t>
            </a:r>
          </a:p>
          <a:p>
            <a:r>
              <a:rPr lang="en-US" dirty="0"/>
              <a:t>Today, I’ll mainly show you how to run a sample simulation on my laptop. But if you're working with a larger domain or coarser resolution, you'll eventually need to use a </a:t>
            </a:r>
            <a:r>
              <a:rPr lang="en-US" b="1" dirty="0"/>
              <a:t>supercomputer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Since </a:t>
            </a:r>
            <a:r>
              <a:rPr lang="en-US" dirty="0" err="1"/>
              <a:t>ClaymoreUW</a:t>
            </a:r>
            <a:r>
              <a:rPr lang="en-US" dirty="0"/>
              <a:t> is Linux-based, if you want to run it locally on Windows, you’ll need to install </a:t>
            </a:r>
            <a:r>
              <a:rPr lang="en-US" b="1" dirty="0"/>
              <a:t>WSL2</a:t>
            </a:r>
            <a:r>
              <a:rPr lang="en-US" dirty="0"/>
              <a:t>. You can easily find it using the link here.</a:t>
            </a:r>
          </a:p>
          <a:p>
            <a:endParaRPr lang="en-US" dirty="0"/>
          </a:p>
          <a:p>
            <a:r>
              <a:rPr lang="en-US" dirty="0"/>
              <a:t>If you plan to use </a:t>
            </a:r>
            <a:r>
              <a:rPr lang="en-US" b="1" dirty="0"/>
              <a:t>UT’s supercomputer</a:t>
            </a:r>
            <a:r>
              <a:rPr lang="en-US" dirty="0"/>
              <a:t>, you’ll need a </a:t>
            </a:r>
            <a:r>
              <a:rPr lang="en-US" b="1" dirty="0"/>
              <a:t>TACC account</a:t>
            </a:r>
            <a:r>
              <a:rPr lang="en-US" dirty="0"/>
              <a:t> and an allocation—you can get help by discussing that with </a:t>
            </a:r>
            <a:r>
              <a:rPr lang="en-US" dirty="0" err="1"/>
              <a:t>Dr.Lee</a:t>
            </a:r>
            <a:r>
              <a:rPr lang="en-US" dirty="0"/>
              <a:t>. Also, you’ll need an SSH-based file manager, which </a:t>
            </a:r>
            <a:r>
              <a:rPr lang="en-US" dirty="0" err="1"/>
              <a:t>Hyunje</a:t>
            </a:r>
            <a:r>
              <a:rPr lang="en-US" dirty="0"/>
              <a:t> mentioned in his HPC seminar last fall.</a:t>
            </a:r>
          </a:p>
          <a:p>
            <a:endParaRPr lang="en-US" dirty="0"/>
          </a:p>
          <a:p>
            <a:r>
              <a:rPr lang="en-US" dirty="0"/>
              <a:t>For editing code, I highly recommend using </a:t>
            </a:r>
            <a:r>
              <a:rPr lang="en-US" b="1" dirty="0"/>
              <a:t>VS Code</a:t>
            </a:r>
            <a:r>
              <a:rPr lang="en-US" dirty="0"/>
              <a:t>. It’s super convenient because you can directly connect to your SSH environment and edit files on the remote system.</a:t>
            </a:r>
          </a:p>
          <a:p>
            <a:endParaRPr lang="en-US" dirty="0"/>
          </a:p>
          <a:p>
            <a:r>
              <a:rPr lang="en-US" dirty="0"/>
              <a:t>Lastly, one of the key outputs from this simulation is a 3D file in </a:t>
            </a:r>
            <a:r>
              <a:rPr lang="en-US" b="1" dirty="0"/>
              <a:t>.</a:t>
            </a:r>
            <a:r>
              <a:rPr lang="en-US" b="1" dirty="0" err="1"/>
              <a:t>bgeo</a:t>
            </a:r>
            <a:r>
              <a:rPr lang="en-US" dirty="0"/>
              <a:t> format. To view it, you’ll need to download </a:t>
            </a:r>
            <a:r>
              <a:rPr lang="en-US" b="1" dirty="0"/>
              <a:t>Houdini Apprentice</a:t>
            </a:r>
            <a:r>
              <a:rPr lang="en-US" dirty="0"/>
              <a:t>, which is a free version of the software used in the 3D animation industry. It takes a little time to get used to, but I’ll just show you the basics today.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972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Here’s how the tutorial will go:</a:t>
            </a:r>
            <a:br>
              <a:rPr lang="en-US" dirty="0"/>
            </a:br>
            <a:r>
              <a:rPr lang="en-US" dirty="0"/>
              <a:t>First, we’ll </a:t>
            </a:r>
            <a:r>
              <a:rPr lang="en-US" b="1" dirty="0"/>
              <a:t>clone the </a:t>
            </a:r>
            <a:r>
              <a:rPr lang="en-US" b="1" dirty="0" err="1"/>
              <a:t>ClaymoreUW</a:t>
            </a:r>
            <a:r>
              <a:rPr lang="en-US" b="1" dirty="0"/>
              <a:t> GitHub repository</a:t>
            </a:r>
            <a:r>
              <a:rPr lang="en-US" dirty="0"/>
              <a:t>, set up the simulation environment, and compile it locally.</a:t>
            </a:r>
            <a:br>
              <a:rPr lang="en-US" dirty="0"/>
            </a:br>
            <a:r>
              <a:rPr lang="en-US" dirty="0"/>
              <a:t>The compilation usually takes about over </a:t>
            </a:r>
            <a:r>
              <a:rPr lang="en-US" b="1" dirty="0"/>
              <a:t>30 minutes</a:t>
            </a:r>
            <a:r>
              <a:rPr lang="en-US" dirty="0"/>
              <a:t>, so while that’s happening, I’ll explain how to set input parameters—things like </a:t>
            </a:r>
            <a:r>
              <a:rPr lang="en-US" b="1" dirty="0"/>
              <a:t>wave types, bathymetry, debris, sensors, and forest structures</a:t>
            </a:r>
            <a:r>
              <a:rPr lang="en-US" dirty="0"/>
              <a:t>—and then run a sample simulation.</a:t>
            </a:r>
            <a:br>
              <a:rPr lang="en-US" dirty="0"/>
            </a:br>
            <a:r>
              <a:rPr lang="en-US" dirty="0"/>
              <a:t>We’ll also take a quick look at the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4217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open the terminal in </a:t>
            </a:r>
            <a:r>
              <a:rPr lang="en-US" b="1" dirty="0"/>
              <a:t>VS Code</a:t>
            </a:r>
            <a:r>
              <a:rPr lang="en-US" dirty="0"/>
              <a:t>, go into </a:t>
            </a:r>
            <a:r>
              <a:rPr lang="en-US" b="1" dirty="0"/>
              <a:t>WSL</a:t>
            </a:r>
            <a:r>
              <a:rPr lang="en-US" dirty="0"/>
              <a:t>, and clone the GitHub repository.</a:t>
            </a:r>
            <a:br>
              <a:rPr lang="en-US" dirty="0"/>
            </a:br>
            <a:r>
              <a:rPr lang="en-US" dirty="0"/>
              <a:t>This will copy all the necessary program files into your WSL folder.</a:t>
            </a:r>
          </a:p>
          <a:p>
            <a:endParaRPr lang="en-US" dirty="0"/>
          </a:p>
          <a:p>
            <a:r>
              <a:rPr lang="en-US" dirty="0"/>
              <a:t>But to actually run the program, you need to </a:t>
            </a:r>
            <a:r>
              <a:rPr lang="en-US" b="1" dirty="0"/>
              <a:t>compile it locally</a:t>
            </a:r>
            <a:r>
              <a:rPr lang="en-US" dirty="0"/>
              <a:t>.</a:t>
            </a:r>
          </a:p>
          <a:p>
            <a:r>
              <a:rPr lang="en-US" dirty="0"/>
              <a:t>Before you compile, make sure to edit your </a:t>
            </a:r>
            <a:r>
              <a:rPr lang="en-US" b="1" dirty="0"/>
              <a:t>.</a:t>
            </a:r>
            <a:r>
              <a:rPr lang="en-US" b="1" dirty="0" err="1"/>
              <a:t>cmake</a:t>
            </a:r>
            <a:r>
              <a:rPr lang="en-US" b="1" dirty="0"/>
              <a:t> file</a:t>
            </a:r>
            <a:r>
              <a:rPr lang="en-US" dirty="0"/>
              <a:t> depending on your GPU setup, and check that your </a:t>
            </a:r>
            <a:r>
              <a:rPr lang="en-US" b="1" dirty="0" err="1"/>
              <a:t>nvcc</a:t>
            </a:r>
            <a:r>
              <a:rPr lang="en-US" b="1" dirty="0"/>
              <a:t> and </a:t>
            </a:r>
            <a:r>
              <a:rPr lang="en-US" b="1" dirty="0" err="1"/>
              <a:t>gcc</a:t>
            </a:r>
            <a:r>
              <a:rPr lang="en-US" b="1" dirty="0"/>
              <a:t> versions</a:t>
            </a:r>
            <a:r>
              <a:rPr lang="en-US" dirty="0"/>
              <a:t> are compatible—otherwise, you’ll get build errors at the next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048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520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Now, here’s how you build the program locally.</a:t>
            </a:r>
            <a:br>
              <a:rPr lang="en-US" dirty="0"/>
            </a:br>
            <a:r>
              <a:rPr lang="en-US" dirty="0"/>
              <a:t>Just follow the steps shown here—it usually takes more than </a:t>
            </a:r>
            <a:r>
              <a:rPr lang="en-US" b="1" dirty="0"/>
              <a:t>30 minutes, so</a:t>
            </a:r>
            <a:r>
              <a:rPr lang="en-US" dirty="0"/>
              <a:t> I’ll skip this part. </a:t>
            </a:r>
          </a:p>
          <a:p>
            <a:r>
              <a:rPr lang="en-US" dirty="0"/>
              <a:t>But if you have question on this step, please reach out to me because it requires some trouble shooting depending on your </a:t>
            </a:r>
            <a:r>
              <a:rPr lang="en-US" dirty="0" err="1"/>
              <a:t>gpu</a:t>
            </a:r>
            <a:r>
              <a:rPr lang="en-US" dirty="0"/>
              <a:t> model. </a:t>
            </a:r>
          </a:p>
          <a:p>
            <a:endParaRPr lang="en-US" dirty="0"/>
          </a:p>
          <a:p>
            <a:r>
              <a:rPr lang="en-US" dirty="0"/>
              <a:t>One important thing:</a:t>
            </a:r>
            <a:br>
              <a:rPr lang="en-US" dirty="0"/>
            </a:br>
            <a:r>
              <a:rPr lang="en-US" dirty="0"/>
              <a:t>Before you run </a:t>
            </a:r>
            <a:r>
              <a:rPr lang="en-US" dirty="0" err="1"/>
              <a:t>sh</a:t>
            </a:r>
            <a:r>
              <a:rPr lang="en-US" dirty="0"/>
              <a:t> local_build.sh, go into Projects/OSU_LWF/</a:t>
            </a:r>
            <a:r>
              <a:rPr lang="en-US" dirty="0" err="1"/>
              <a:t>setting.h</a:t>
            </a:r>
            <a:r>
              <a:rPr lang="en-US" dirty="0"/>
              <a:t> and adjust the simulation settings as needed.</a:t>
            </a:r>
            <a:br>
              <a:rPr lang="en-US" dirty="0"/>
            </a:br>
            <a:r>
              <a:rPr lang="en-US" dirty="0"/>
              <a:t>For example, if you want to use </a:t>
            </a:r>
            <a:r>
              <a:rPr lang="en-US" b="1" dirty="0"/>
              <a:t>multiple GPUs</a:t>
            </a:r>
            <a:r>
              <a:rPr lang="en-US" dirty="0"/>
              <a:t> or run a </a:t>
            </a:r>
            <a:r>
              <a:rPr lang="en-US" b="1" dirty="0"/>
              <a:t>high-resolution simulation</a:t>
            </a:r>
            <a:r>
              <a:rPr lang="en-US" dirty="0"/>
              <a:t> with </a:t>
            </a:r>
            <a:r>
              <a:rPr lang="en-US" b="1" dirty="0"/>
              <a:t>2.5 cm grid size</a:t>
            </a:r>
            <a:r>
              <a:rPr lang="en-US" dirty="0"/>
              <a:t>, you’ll need to set that up here </a:t>
            </a:r>
            <a:r>
              <a:rPr lang="en-US" b="1" dirty="0"/>
              <a:t>before compiling</a:t>
            </a:r>
            <a:r>
              <a:rPr lang="en-US" dirty="0"/>
              <a:t>, so the changes are actually applied.</a:t>
            </a:r>
          </a:p>
          <a:p>
            <a:endParaRPr lang="en-US" dirty="0"/>
          </a:p>
          <a:p>
            <a:r>
              <a:rPr lang="ko-KR" altLang="en-US" dirty="0"/>
              <a:t>여기서 </a:t>
            </a:r>
            <a:r>
              <a:rPr lang="ko-KR" altLang="en-US" dirty="0" err="1"/>
              <a:t>못기다리니까</a:t>
            </a:r>
            <a:r>
              <a:rPr lang="en-US" altLang="ko-KR" dirty="0"/>
              <a:t>, </a:t>
            </a:r>
            <a:r>
              <a:rPr lang="en-US" altLang="ko-KR" dirty="0" err="1"/>
              <a:t>ClaymoreUW_Tutorial</a:t>
            </a:r>
            <a:r>
              <a:rPr lang="en-US" altLang="ko-KR" dirty="0"/>
              <a:t>/my-claymore </a:t>
            </a:r>
            <a:r>
              <a:rPr lang="ko-KR" altLang="en-US" dirty="0" err="1"/>
              <a:t>폴더가서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바로 </a:t>
            </a:r>
            <a:r>
              <a:rPr lang="en-US" altLang="ko-KR" dirty="0"/>
              <a:t>JSON </a:t>
            </a:r>
            <a:r>
              <a:rPr lang="ko-KR" altLang="en-US" dirty="0"/>
              <a:t>파일 설명</a:t>
            </a:r>
            <a:endParaRPr lang="en-US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687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Once, let’s say, we finish the compiling</a:t>
            </a:r>
            <a:r>
              <a:rPr lang="en-US" altLang="ko-KR" dirty="0"/>
              <a:t> and </a:t>
            </a:r>
            <a:r>
              <a:rPr lang="en-US" dirty="0"/>
              <a:t>everything’s set, you’re ready to run the simulation.</a:t>
            </a:r>
          </a:p>
          <a:p>
            <a:endParaRPr lang="en-US" dirty="0"/>
          </a:p>
          <a:p>
            <a:r>
              <a:rPr lang="en-US" dirty="0"/>
              <a:t>So basically the input file of this simulation is JSON format.</a:t>
            </a:r>
          </a:p>
          <a:p>
            <a:endParaRPr lang="en-US" dirty="0"/>
          </a:p>
          <a:p>
            <a:r>
              <a:rPr lang="en-US" dirty="0"/>
              <a:t>Inside the Projects/OSU_LWF folder, you’ll find two scene files: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scene.json</a:t>
            </a:r>
            <a:r>
              <a:rPr lang="en-US" dirty="0"/>
              <a:t>, which is a simple sample script, and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scene_OSU-LWF~.json</a:t>
            </a:r>
            <a:r>
              <a:rPr lang="en-US" dirty="0"/>
              <a:t>, a thin-slice digital twin of the </a:t>
            </a:r>
            <a:r>
              <a:rPr lang="en-US" b="1" dirty="0"/>
              <a:t>Oregon State University Large Wave Flume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Today, we’ll run the OSU_LWF scene to get a better understanding of the input parameters.</a:t>
            </a:r>
          </a:p>
          <a:p>
            <a:br>
              <a:rPr lang="en-US" dirty="0"/>
            </a:br>
            <a:r>
              <a:rPr lang="en-US" dirty="0"/>
              <a:t>And if we have time, I’ll show you how I run the </a:t>
            </a:r>
            <a:r>
              <a:rPr lang="en-US" b="1" dirty="0"/>
              <a:t>forest model</a:t>
            </a:r>
            <a:r>
              <a:rPr lang="en-US" dirty="0"/>
              <a:t> on the supercomputer.</a:t>
            </a:r>
          </a:p>
          <a:p>
            <a:endParaRPr lang="en-US" dirty="0"/>
          </a:p>
          <a:p>
            <a:r>
              <a:rPr lang="en-US" dirty="0"/>
              <a:t>So let’s start by running the OSU_LWF sample model.</a:t>
            </a:r>
          </a:p>
          <a:p>
            <a:endParaRPr lang="en-US" dirty="0"/>
          </a:p>
          <a:p>
            <a:r>
              <a:rPr lang="en-US" dirty="0"/>
              <a:t>It’s running now… </a:t>
            </a:r>
          </a:p>
          <a:p>
            <a:r>
              <a:rPr lang="en-US" dirty="0"/>
              <a:t>In the meantime, let’s look at how the input file looks like.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32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68417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82666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9008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CDCDCD"/>
                </a:solidFill>
                <a:effectLst/>
                <a:latin typeface="Google Sans"/>
              </a:rPr>
              <a:t>CFL number is </a:t>
            </a:r>
            <a:r>
              <a:rPr lang="en-US" b="0" i="0" dirty="0">
                <a:solidFill>
                  <a:srgbClr val="FFFFFF"/>
                </a:solidFill>
                <a:effectLst/>
                <a:latin typeface="Google Sans"/>
              </a:rPr>
              <a:t>a dimensionless parameter, typically between 0 and 1, that determines the stability of the numerical scheme</a:t>
            </a:r>
          </a:p>
          <a:p>
            <a:endParaRPr lang="en-US" b="0" i="0" dirty="0">
              <a:solidFill>
                <a:srgbClr val="FFFFFF"/>
              </a:solidFill>
              <a:effectLst/>
              <a:latin typeface="Google Sans"/>
            </a:endParaRPr>
          </a:p>
          <a:p>
            <a:r>
              <a:rPr lang="en-US" b="0" i="0" dirty="0">
                <a:solidFill>
                  <a:srgbClr val="FFFFFF"/>
                </a:solidFill>
                <a:effectLst/>
                <a:latin typeface="Google Sans"/>
              </a:rPr>
              <a:t>Bulk modulus : a measure of the ability of a substance to withstand changes in volume when under compression  (2.2 </a:t>
            </a:r>
            <a:r>
              <a:rPr lang="en-US" b="0" i="0" dirty="0" err="1">
                <a:solidFill>
                  <a:srgbClr val="FFFFFF"/>
                </a:solidFill>
                <a:effectLst/>
                <a:latin typeface="Google Sans"/>
              </a:rPr>
              <a:t>Gpa</a:t>
            </a:r>
            <a:r>
              <a:rPr lang="en-US" b="0" i="0" dirty="0">
                <a:solidFill>
                  <a:srgbClr val="FFFFFF"/>
                </a:solidFill>
                <a:effectLst/>
                <a:latin typeface="Google Sans"/>
              </a:rPr>
              <a:t>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731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035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looks like the </a:t>
            </a:r>
            <a:r>
              <a:rPr lang="en-US" b="1" dirty="0"/>
              <a:t>bathymetry coordinates are embedded</a:t>
            </a:r>
            <a:r>
              <a:rPr lang="en-US" dirty="0"/>
              <a:t>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1507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4771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414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 looks like the </a:t>
            </a:r>
            <a:r>
              <a:rPr lang="en-US" b="1" dirty="0"/>
              <a:t>bathymetry coordinates are embedded</a:t>
            </a:r>
            <a:r>
              <a:rPr lang="en-US" dirty="0"/>
              <a:t>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0552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8605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0398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84968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69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54407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548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1055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7135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4025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# local build </a:t>
            </a:r>
            <a:r>
              <a:rPr lang="ko-KR" altLang="en-US" dirty="0"/>
              <a:t>방법 </a:t>
            </a:r>
            <a:r>
              <a:rPr lang="en-US" altLang="ko-KR" dirty="0"/>
              <a:t>- </a:t>
            </a:r>
            <a:r>
              <a:rPr lang="en-US" dirty="0"/>
              <a:t>window OS</a:t>
            </a:r>
          </a:p>
          <a:p>
            <a:endParaRPr lang="en-US" dirty="0"/>
          </a:p>
          <a:p>
            <a:r>
              <a:rPr lang="en-US" dirty="0"/>
              <a:t>- WSL2 </a:t>
            </a:r>
            <a:r>
              <a:rPr lang="ko-KR" altLang="en-US" dirty="0"/>
              <a:t>설치</a:t>
            </a:r>
            <a:r>
              <a:rPr lang="en-US" altLang="ko-KR" dirty="0"/>
              <a:t>/</a:t>
            </a:r>
            <a:r>
              <a:rPr lang="ko-KR" altLang="en-US" dirty="0"/>
              <a:t>열기 </a:t>
            </a:r>
            <a:r>
              <a:rPr lang="en-US" altLang="ko-KR" dirty="0"/>
              <a:t>(WSL </a:t>
            </a:r>
            <a:r>
              <a:rPr lang="ko-KR" altLang="en-US" dirty="0"/>
              <a:t>혹은 </a:t>
            </a:r>
            <a:r>
              <a:rPr lang="en-US" altLang="ko-KR" dirty="0"/>
              <a:t>VS code)</a:t>
            </a:r>
          </a:p>
          <a:p>
            <a:endParaRPr lang="ko-KR" altLang="en-US" dirty="0"/>
          </a:p>
          <a:p>
            <a:r>
              <a:rPr lang="en-US" altLang="ko-KR" dirty="0"/>
              <a:t>0. </a:t>
            </a:r>
            <a:r>
              <a:rPr lang="ko-KR" altLang="en-US" dirty="0"/>
              <a:t>인터넷 연결 </a:t>
            </a:r>
          </a:p>
          <a:p>
            <a:r>
              <a:rPr lang="en-US" dirty="0" err="1"/>
              <a:t>Sudo</a:t>
            </a:r>
            <a:r>
              <a:rPr lang="en-US" dirty="0"/>
              <a:t> nano 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en-US" dirty="0" err="1"/>
              <a:t>resolv.conf</a:t>
            </a:r>
            <a:endParaRPr lang="en-US" dirty="0"/>
          </a:p>
          <a:p>
            <a:r>
              <a:rPr lang="en-US" dirty="0"/>
              <a:t>Nameserver 8.8.8.8</a:t>
            </a:r>
          </a:p>
          <a:p>
            <a:r>
              <a:rPr lang="en-US" dirty="0"/>
              <a:t>Nameserver 8.8.4.4</a:t>
            </a:r>
          </a:p>
          <a:p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Github</a:t>
            </a:r>
            <a:r>
              <a:rPr lang="ko-KR" altLang="en-US" dirty="0"/>
              <a:t>에서 </a:t>
            </a:r>
            <a:r>
              <a:rPr lang="en-US" dirty="0"/>
              <a:t>a local install of </a:t>
            </a:r>
            <a:r>
              <a:rPr lang="en-US" dirty="0" err="1"/>
              <a:t>ClaymoreUW</a:t>
            </a:r>
            <a:r>
              <a:rPr lang="en-US" dirty="0"/>
              <a:t> public repo:</a:t>
            </a:r>
          </a:p>
          <a:p>
            <a:r>
              <a:rPr lang="en-US" dirty="0"/>
              <a:t>cd ~</a:t>
            </a:r>
          </a:p>
          <a:p>
            <a:r>
              <a:rPr lang="en-US" dirty="0"/>
              <a:t>git clone https://github.com/youngdie07/claymore.git</a:t>
            </a:r>
          </a:p>
          <a:p>
            <a:endParaRPr lang="en-US" dirty="0"/>
          </a:p>
          <a:p>
            <a:r>
              <a:rPr lang="en-US" dirty="0"/>
              <a:t>(https://github.com/youngdie07/claymore/tree/master)</a:t>
            </a:r>
          </a:p>
          <a:p>
            <a:endParaRPr lang="en-US" dirty="0"/>
          </a:p>
          <a:p>
            <a:r>
              <a:rPr lang="en-US" dirty="0"/>
              <a:t>cd claymore</a:t>
            </a:r>
          </a:p>
          <a:p>
            <a:r>
              <a:rPr lang="en-US" dirty="0" err="1"/>
              <a:t>sudo</a:t>
            </a:r>
            <a:r>
              <a:rPr lang="en-US" dirty="0"/>
              <a:t> apt install build-essential </a:t>
            </a:r>
          </a:p>
          <a:p>
            <a:endParaRPr lang="en-US" dirty="0"/>
          </a:p>
          <a:p>
            <a:r>
              <a:rPr lang="en-US" dirty="0" err="1"/>
              <a:t>nvidia-smi</a:t>
            </a:r>
            <a:r>
              <a:rPr lang="en-US" dirty="0"/>
              <a:t> </a:t>
            </a:r>
          </a:p>
          <a:p>
            <a:r>
              <a:rPr lang="en-US" dirty="0"/>
              <a:t>	- ex) NVIDIA GeForce RTX 4090</a:t>
            </a:r>
          </a:p>
          <a:p>
            <a:r>
              <a:rPr lang="en-US" dirty="0" err="1"/>
              <a:t>nvcc</a:t>
            </a:r>
            <a:r>
              <a:rPr lang="en-US" dirty="0"/>
              <a:t> --version </a:t>
            </a:r>
          </a:p>
          <a:p>
            <a:r>
              <a:rPr lang="en-US" dirty="0"/>
              <a:t>	- ex) cuda_12.0</a:t>
            </a:r>
          </a:p>
          <a:p>
            <a:r>
              <a:rPr lang="en-US" dirty="0" err="1"/>
              <a:t>gcc</a:t>
            </a:r>
            <a:r>
              <a:rPr lang="en-US" dirty="0"/>
              <a:t> --version </a:t>
            </a:r>
          </a:p>
          <a:p>
            <a:r>
              <a:rPr lang="en-US" dirty="0"/>
              <a:t>	- ex) </a:t>
            </a:r>
            <a:r>
              <a:rPr lang="en-US" dirty="0" err="1"/>
              <a:t>gcc</a:t>
            </a:r>
            <a:r>
              <a:rPr lang="en-US" dirty="0"/>
              <a:t> (Ubuntu 13.3.0-6ubuntu2~24.04) 13.3.0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73377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2728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343"/>
            <a:ext cx="7772400" cy="110299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133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489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07834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598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6750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964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138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690858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1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501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1588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4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90217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670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9530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9530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/>
          <p:cNvSpPr txBox="1">
            <a:spLocks/>
          </p:cNvSpPr>
          <p:nvPr userDrawn="1"/>
        </p:nvSpPr>
        <p:spPr>
          <a:xfrm>
            <a:off x="490384" y="41719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/>
              <a:t>Position/Role,</a:t>
            </a:r>
            <a:r>
              <a:rPr lang="en-US" sz="1050" baseline="0" dirty="0"/>
              <a:t> The University of Texas at Austin</a:t>
            </a:r>
            <a:endParaRPr lang="en-US" sz="1050" dirty="0"/>
          </a:p>
        </p:txBody>
      </p:sp>
      <p:sp>
        <p:nvSpPr>
          <p:cNvPr id="16" name="Text Placeholder 9"/>
          <p:cNvSpPr txBox="1">
            <a:spLocks/>
          </p:cNvSpPr>
          <p:nvPr userDrawn="1"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</a:rPr>
              <a:t>Month 20xx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50332291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800" b="1" i="0" kern="800" cap="all" normalizeH="0" baseline="0">
          <a:solidFill>
            <a:schemeClr val="bg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400" b="0" i="0" kern="1200" baseline="0">
          <a:solidFill>
            <a:schemeClr val="bg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0210"/>
            <a:ext cx="82296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182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7" r:id="rId5"/>
    <p:sldLayoutId id="214748366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9972"/>
            <a:ext cx="822960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6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7" r:id="rId5"/>
    <p:sldLayoutId id="214748367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ungdie07/claymore.git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youngdie07/claymore.git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rgbClr val="BF5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/>
          <p:cNvSpPr txBox="1">
            <a:spLocks/>
          </p:cNvSpPr>
          <p:nvPr/>
        </p:nvSpPr>
        <p:spPr>
          <a:xfrm>
            <a:off x="548640" y="4114800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 err="1">
                <a:solidFill>
                  <a:srgbClr val="BF5700"/>
                </a:solidFill>
                <a:latin typeface="Arial Black" charset="0"/>
              </a:rPr>
              <a:t>Youngchul</a:t>
            </a:r>
            <a:r>
              <a:rPr lang="en-US" sz="1050" b="0" i="0" cap="all" baseline="0" dirty="0">
                <a:solidFill>
                  <a:srgbClr val="BF5700"/>
                </a:solidFill>
                <a:latin typeface="Arial Black" charset="0"/>
              </a:rPr>
              <a:t> choi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>
                <a:solidFill>
                  <a:srgbClr val="BF5700"/>
                </a:solidFill>
              </a:rPr>
              <a:t>Master’s Student </a:t>
            </a:r>
            <a:r>
              <a:rPr lang="en-US" altLang="ko-KR" sz="1050" dirty="0">
                <a:solidFill>
                  <a:srgbClr val="BF5700"/>
                </a:solidFill>
              </a:rPr>
              <a:t>in</a:t>
            </a:r>
            <a:r>
              <a:rPr lang="ko-KR" altLang="en-US" sz="1050" dirty="0">
                <a:solidFill>
                  <a:srgbClr val="BF5700"/>
                </a:solidFill>
              </a:rPr>
              <a:t> </a:t>
            </a:r>
            <a:r>
              <a:rPr lang="en-US" sz="1050" dirty="0">
                <a:solidFill>
                  <a:srgbClr val="BF5700"/>
                </a:solidFill>
              </a:rPr>
              <a:t>Coastal Hazards Lab at</a:t>
            </a:r>
            <a:r>
              <a:rPr lang="en-US" sz="1050" baseline="0" dirty="0">
                <a:solidFill>
                  <a:srgbClr val="BF5700"/>
                </a:solidFill>
              </a:rPr>
              <a:t> The University of Texas at Austin</a:t>
            </a:r>
            <a:endParaRPr lang="en-US" sz="1050" dirty="0">
              <a:solidFill>
                <a:srgbClr val="BF5700"/>
              </a:solidFill>
            </a:endParaRPr>
          </a:p>
        </p:txBody>
      </p:sp>
      <p:sp>
        <p:nvSpPr>
          <p:cNvPr id="12" name="Text Placeholder 9"/>
          <p:cNvSpPr txBox="1">
            <a:spLocks/>
          </p:cNvSpPr>
          <p:nvPr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cap="all" dirty="0">
                <a:solidFill>
                  <a:srgbClr val="BF5700"/>
                </a:solidFill>
                <a:latin typeface="Arial Black" charset="0"/>
              </a:rPr>
              <a:t>mar 28</a:t>
            </a:r>
            <a:r>
              <a:rPr lang="en-US" sz="1200" b="0" i="0" cap="all" baseline="0" dirty="0">
                <a:solidFill>
                  <a:srgbClr val="BF5700"/>
                </a:solidFill>
                <a:latin typeface="Arial Black" charset="0"/>
              </a:rPr>
              <a:t> 2025</a:t>
            </a:r>
            <a:endParaRPr lang="en-US" sz="1200" b="0" dirty="0">
              <a:solidFill>
                <a:srgbClr val="BF5700"/>
              </a:solidFill>
            </a:endParaRPr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50292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>
                <a:solidFill>
                  <a:srgbClr val="BF5700"/>
                </a:solidFill>
              </a:rPr>
              <a:t>Program </a:t>
            </a:r>
          </a:p>
          <a:p>
            <a:pPr fontAlgn="auto">
              <a:spcAft>
                <a:spcPts val="0"/>
              </a:spcAft>
            </a:pPr>
            <a:r>
              <a:rPr lang="en-US" dirty="0">
                <a:solidFill>
                  <a:srgbClr val="BF5700"/>
                </a:solidFill>
              </a:rPr>
              <a:t>Basic tutorial</a:t>
            </a:r>
          </a:p>
        </p:txBody>
      </p:sp>
      <p:sp>
        <p:nvSpPr>
          <p:cNvPr id="15" name="Text Placeholder 9"/>
          <p:cNvSpPr txBox="1">
            <a:spLocks/>
          </p:cNvSpPr>
          <p:nvPr/>
        </p:nvSpPr>
        <p:spPr>
          <a:xfrm>
            <a:off x="54864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 err="1">
                <a:solidFill>
                  <a:srgbClr val="BF5700"/>
                </a:solidFill>
              </a:rPr>
              <a:t>ClaymoreUW</a:t>
            </a:r>
            <a:r>
              <a:rPr lang="en-US" dirty="0">
                <a:solidFill>
                  <a:srgbClr val="BF5700"/>
                </a:solidFill>
              </a:rPr>
              <a:t> using Material Point Method</a:t>
            </a:r>
          </a:p>
          <a:p>
            <a:pPr fontAlgn="auto">
              <a:spcAft>
                <a:spcPts val="0"/>
              </a:spcAft>
            </a:pPr>
            <a:r>
              <a:rPr lang="en-US" dirty="0">
                <a:solidFill>
                  <a:srgbClr val="BF5700"/>
                </a:solidFill>
              </a:rPr>
              <a:t>: Running Sample simulation 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9" y="320040"/>
            <a:ext cx="1877397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058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What is </a:t>
            </a:r>
            <a:r>
              <a:rPr lang="en-US" sz="2800" b="1" dirty="0" err="1"/>
              <a:t>ClaymoreUW</a:t>
            </a:r>
            <a:endParaRPr lang="en-US" sz="2800" b="1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900" b="1" dirty="0"/>
              <a:t>Claymore</a:t>
            </a:r>
            <a:r>
              <a:rPr lang="en-US" sz="1500" dirty="0"/>
              <a:t>(Wang et al., 2020b)</a:t>
            </a:r>
            <a:r>
              <a:rPr lang="en-US" sz="19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A numerical method based on the </a:t>
            </a:r>
            <a:r>
              <a:rPr lang="en-US" sz="1700" b="1" dirty="0"/>
              <a:t>Material Point Method</a:t>
            </a:r>
            <a:r>
              <a:rPr lang="en-US" sz="1700" dirty="0"/>
              <a:t> (MPM) for simulating the physical behaviors of materials undergoing: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500" dirty="0"/>
              <a:t>Multi Phase / Material,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500" dirty="0"/>
              <a:t>Large deformation &amp; Self collision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900" b="1" dirty="0" err="1"/>
              <a:t>ClaymoreUW</a:t>
            </a:r>
            <a:r>
              <a:rPr lang="en-US" sz="1500" dirty="0"/>
              <a:t>(Bonus, 2023)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dirty="0"/>
              <a:t>A rebuilt version of Claymore by a research group at the University of Washington to increase accessibility and viability for engineers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u="sng" dirty="0"/>
              <a:t>One of the tsunami event tools used in </a:t>
            </a:r>
            <a:r>
              <a:rPr lang="en-US" sz="1700" u="sng" dirty="0" err="1"/>
              <a:t>HydroUQ</a:t>
            </a:r>
            <a:r>
              <a:rPr lang="en-US" sz="1700" dirty="0"/>
              <a:t>(</a:t>
            </a:r>
            <a:r>
              <a:rPr lang="en-US" sz="1700" dirty="0" err="1"/>
              <a:t>Simcenter</a:t>
            </a:r>
            <a:r>
              <a:rPr lang="en-US" sz="1700" dirty="0"/>
              <a:t> S/W)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Material Point Method </a:t>
            </a:r>
            <a:r>
              <a:rPr lang="en-US" sz="2000" dirty="0"/>
              <a:t>(MPM)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700" b="1" dirty="0"/>
              <a:t>a hybrid Euler-</a:t>
            </a:r>
            <a:r>
              <a:rPr lang="en-US" sz="1700" b="1" dirty="0" err="1"/>
              <a:t>Lagrangian</a:t>
            </a:r>
            <a:r>
              <a:rPr lang="en-US" sz="1700" b="1" dirty="0"/>
              <a:t> numerical method </a:t>
            </a:r>
            <a:r>
              <a:rPr lang="en-US" sz="1700" dirty="0"/>
              <a:t>that is best suited for modeling history-dependent materials in a dynamic, large deformation setting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500" b="1" dirty="0"/>
              <a:t>Material bodies </a:t>
            </a:r>
            <a:r>
              <a:rPr lang="en-US" sz="1500" dirty="0"/>
              <a:t>are  discretized by points(particles), which hold </a:t>
            </a:r>
            <a:r>
              <a:rPr lang="en-US" sz="1500" b="1" dirty="0"/>
              <a:t>positions</a:t>
            </a:r>
            <a:r>
              <a:rPr lang="en-US" sz="1500" dirty="0"/>
              <a:t> and  </a:t>
            </a:r>
            <a:r>
              <a:rPr lang="en-US" sz="1500" b="1" dirty="0"/>
              <a:t>deformation gradients</a:t>
            </a:r>
            <a:r>
              <a:rPr lang="en-US" sz="1500" dirty="0"/>
              <a:t> (</a:t>
            </a:r>
            <a:r>
              <a:rPr lang="en-US" sz="1500" b="1" dirty="0" err="1"/>
              <a:t>Lagrangian</a:t>
            </a:r>
            <a:r>
              <a:rPr lang="en-US" sz="1500" b="1" dirty="0"/>
              <a:t> scheme</a:t>
            </a:r>
            <a:r>
              <a:rPr lang="en-US" sz="1500" dirty="0"/>
              <a:t>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500" b="1" dirty="0"/>
              <a:t>Space</a:t>
            </a:r>
            <a:r>
              <a:rPr lang="en-US" sz="1500" dirty="0"/>
              <a:t> is discretized by a  grid, where grid-nodes hold </a:t>
            </a:r>
            <a:r>
              <a:rPr lang="en-US" sz="1500" b="1" dirty="0"/>
              <a:t>momentum</a:t>
            </a:r>
            <a:r>
              <a:rPr lang="en-US" sz="1500" dirty="0"/>
              <a:t> (</a:t>
            </a:r>
            <a:r>
              <a:rPr lang="en-US" sz="1500" b="1" dirty="0"/>
              <a:t>Eulerian scheme</a:t>
            </a:r>
            <a:r>
              <a:rPr lang="en-US" sz="15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086449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Pre-Requirement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Local run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Windows Subsystem for Linux(</a:t>
            </a:r>
            <a:r>
              <a:rPr lang="en-US" sz="1600" b="1" dirty="0"/>
              <a:t>WSL2</a:t>
            </a:r>
            <a:r>
              <a:rPr lang="en-US" sz="16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https://learn.microsoft.com/en-us/windows/wsl/install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Remote run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TACC allocation, other </a:t>
            </a:r>
            <a:r>
              <a:rPr lang="en-US" sz="1600" dirty="0" err="1"/>
              <a:t>ssh</a:t>
            </a:r>
            <a:r>
              <a:rPr lang="en-US" sz="1600" dirty="0"/>
              <a:t> tools (e.g. </a:t>
            </a:r>
            <a:r>
              <a:rPr lang="en-US" sz="1600" dirty="0" err="1"/>
              <a:t>Filezilla</a:t>
            </a:r>
            <a:r>
              <a:rPr lang="en-US" sz="16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https://tacc.utexas.edu/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Code editing &amp; debugging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Visual Studio Code(</a:t>
            </a:r>
            <a:r>
              <a:rPr lang="en-US" sz="1600" b="1" dirty="0"/>
              <a:t>VS Code</a:t>
            </a:r>
            <a:r>
              <a:rPr lang="en-US" sz="1600" dirty="0"/>
              <a:t>) is recommended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https://code.visualstudio.com/download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3D Visualization S/W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b="1" dirty="0"/>
              <a:t>Houdini Apprentice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https://www.sidefx.com/products/houdini-apprentice/</a:t>
            </a:r>
          </a:p>
        </p:txBody>
      </p:sp>
    </p:spTree>
    <p:extLst>
      <p:ext uri="{BB962C8B-B14F-4D97-AF65-F5344CB8AC3E}">
        <p14:creationId xmlns:p14="http://schemas.microsoft.com/office/powerpoint/2010/main" val="6197859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Process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Clone the Git Repository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Adjust Settings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Build / Local Compilation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Run the Program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Check Output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1443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Clone the Git Repository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85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Open editor &amp; terminal in VS code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Go to root directory to clone </a:t>
            </a:r>
            <a:r>
              <a:rPr lang="en-US" sz="1600" dirty="0" err="1"/>
              <a:t>ClaymoreUW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 terminal(</a:t>
            </a:r>
            <a:r>
              <a:rPr lang="en-US" sz="2000" dirty="0" err="1"/>
              <a:t>wsl</a:t>
            </a:r>
            <a:r>
              <a:rPr lang="en-US" sz="2000" dirty="0"/>
              <a:t>), enter: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git clone </a:t>
            </a:r>
            <a:r>
              <a:rPr lang="en-US" sz="1600" dirty="0">
                <a:highlight>
                  <a:srgbClr val="C0C0C0"/>
                </a:highlight>
                <a:hlinkClick r:id="rId3"/>
              </a:rPr>
              <a:t>https://github.com/youngdie07/claymore.git</a:t>
            </a:r>
            <a:r>
              <a:rPr lang="en-US" sz="1600" dirty="0">
                <a:highlight>
                  <a:srgbClr val="C0C0C0"/>
                </a:highlight>
              </a:rPr>
              <a:t> claymore-test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Change the corresponding GPUs compute capability architecture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vim </a:t>
            </a:r>
            <a:r>
              <a:rPr lang="en-US" sz="1600" dirty="0" err="1"/>
              <a:t>setup_cuda.cmake</a:t>
            </a:r>
            <a:endParaRPr lang="en-US" sz="16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set(TARGET_CUDA_ARCH -arch=sm_89)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set(CMAKE_CUDA_ARCHITECTURES 89)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Check specs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nvidia-smi</a:t>
            </a:r>
            <a:endParaRPr lang="en-US" sz="1600" dirty="0">
              <a:highlight>
                <a:srgbClr val="C0C0C0"/>
              </a:highlight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ex) NVIDIA RTX 2000 Ada Generation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nvcc</a:t>
            </a:r>
            <a:r>
              <a:rPr lang="en-US" sz="1600" dirty="0">
                <a:highlight>
                  <a:srgbClr val="C0C0C0"/>
                </a:highlight>
              </a:rPr>
              <a:t> --version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ex) cuda_12.0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 err="1"/>
              <a:t>sudo</a:t>
            </a:r>
            <a:r>
              <a:rPr lang="en-US" sz="1200" dirty="0"/>
              <a:t> apt-get install cuda-12-0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gcc</a:t>
            </a:r>
            <a:r>
              <a:rPr lang="en-US" sz="1600" dirty="0">
                <a:highlight>
                  <a:srgbClr val="C0C0C0"/>
                </a:highlight>
              </a:rPr>
              <a:t> --version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ex) </a:t>
            </a:r>
            <a:r>
              <a:rPr lang="en-US" sz="1200" dirty="0" err="1"/>
              <a:t>gcc</a:t>
            </a:r>
            <a:r>
              <a:rPr lang="en-US" sz="1200" dirty="0"/>
              <a:t> (Ubuntu 10.5.0-1ubuntu1~22.04) 10.5.0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de-DE" sz="1200" dirty="0"/>
              <a:t>sudo update-alternatives --install /usr/bin/gcc gcc /usr/bin/gcc-9 10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958667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Clone the Git Repository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Internet Connection Issue (in WSL2)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600" dirty="0"/>
              <a:t>Debug with ping google.com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pt-BR" sz="1600" dirty="0"/>
              <a:t>Connect internet by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pt-BR" sz="1200" dirty="0">
                <a:highlight>
                  <a:srgbClr val="C0C0C0"/>
                </a:highlight>
              </a:rPr>
              <a:t>sudo nano /etc/resolv.conf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pt-BR" sz="1200" dirty="0"/>
              <a:t>nameserver 8.8.8.8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pt-BR" sz="1200" dirty="0"/>
              <a:t>nameserver 8.8.4.4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000" dirty="0"/>
              <a:t>Issues with CUDA, GCC, NVCC, or dependencies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Depending on your GPU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683956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Build / Local Compilation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77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Build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cd claymore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 err="1">
                <a:highlight>
                  <a:srgbClr val="C0C0C0"/>
                </a:highlight>
              </a:rPr>
              <a:t>mkdir</a:t>
            </a:r>
            <a:r>
              <a:rPr lang="en-US" sz="1200" dirty="0">
                <a:highlight>
                  <a:srgbClr val="C0C0C0"/>
                </a:highlight>
              </a:rPr>
              <a:t> build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>
                <a:highlight>
                  <a:srgbClr val="C0C0C0"/>
                </a:highlight>
              </a:rPr>
              <a:t>cd build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 err="1">
                <a:highlight>
                  <a:srgbClr val="C0C0C0"/>
                </a:highlight>
              </a:rPr>
              <a:t>cmake</a:t>
            </a:r>
            <a:r>
              <a:rPr lang="en-US" sz="1200" dirty="0">
                <a:highlight>
                  <a:srgbClr val="C0C0C0"/>
                </a:highlight>
              </a:rPr>
              <a:t> ..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 err="1">
                <a:highlight>
                  <a:srgbClr val="C0C0C0"/>
                </a:highlight>
              </a:rPr>
              <a:t>cmake</a:t>
            </a:r>
            <a:r>
              <a:rPr lang="en-US" sz="1200" dirty="0">
                <a:highlight>
                  <a:srgbClr val="C0C0C0"/>
                </a:highlight>
              </a:rPr>
              <a:t> --build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Adjust </a:t>
            </a:r>
            <a:r>
              <a:rPr lang="en-US" sz="2000" dirty="0" err="1"/>
              <a:t>Setting.h</a:t>
            </a:r>
            <a:r>
              <a:rPr lang="en-US" sz="2000" dirty="0"/>
              <a:t> (</a:t>
            </a:r>
            <a:r>
              <a:rPr lang="en-US" sz="2000" dirty="0">
                <a:solidFill>
                  <a:srgbClr val="FF0000"/>
                </a:solidFill>
              </a:rPr>
              <a:t>for high resolution simulation</a:t>
            </a:r>
            <a:r>
              <a:rPr lang="en-US" sz="20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cd Projects/OSU_LWF/</a:t>
            </a:r>
            <a:r>
              <a:rPr lang="en-US" sz="1600" dirty="0" err="1"/>
              <a:t>setting.h</a:t>
            </a:r>
            <a:endParaRPr lang="en-US" sz="16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* GPU set-up.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g_device_cnt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//&lt; IMPORTANT. Num. GPUs to compile for. Default 1. </a:t>
            </a:r>
            <a:r>
              <a:rPr lang="en-US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 3</a:t>
            </a:r>
            <a:endParaRPr lang="en-US" sz="12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008000"/>
                </a:solidFill>
                <a:latin typeface="Consolas" panose="020B0609020204030204" pitchFamily="49" charset="0"/>
              </a:rPr>
              <a:t>// * Grid set-up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#define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 DOMAIN_BITS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//&lt; Domain resolution. 8 -&gt; (2^8)^3 grid-nodes. Increase = finer grids. </a:t>
            </a:r>
            <a:r>
              <a:rPr lang="en-US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 12</a:t>
            </a:r>
            <a:endParaRPr lang="en-US" sz="12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* Grids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g_max_active_block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25000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//&lt; Max active blocks in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gridBlocks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Preallocated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can resize. Lower = less memory used. </a:t>
            </a:r>
            <a:r>
              <a:rPr lang="en-US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 200,000</a:t>
            </a:r>
            <a:endParaRPr lang="en-US" sz="1200" b="0" dirty="0">
              <a:solidFill>
                <a:srgbClr val="FF0000"/>
              </a:solidFill>
              <a:effectLst/>
              <a:latin typeface="Consolas" panose="020B0609020204030204" pitchFamily="49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* Particles</a:t>
            </a:r>
            <a:endParaRPr lang="en-US" sz="12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constexpr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g_max_particle_num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4000000</a:t>
            </a:r>
            <a:r>
              <a:rPr lang="en-US" sz="12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//&lt; Max no. particles. Very important, affects memory usage and performance. </a:t>
            </a:r>
            <a:r>
              <a:rPr lang="en-US" sz="1200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Preallocated</a:t>
            </a:r>
            <a:r>
              <a:rPr lang="en-US" sz="12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, can resize. </a:t>
            </a:r>
            <a:r>
              <a:rPr lang="en-US" sz="1200" b="0" dirty="0">
                <a:solidFill>
                  <a:srgbClr val="FF0000"/>
                </a:solidFill>
                <a:effectLst/>
                <a:latin typeface="Consolas" panose="020B0609020204030204" pitchFamily="49" charset="0"/>
                <a:sym typeface="Wingdings" panose="05000000000000000000" pitchFamily="2" charset="2"/>
              </a:rPr>
              <a:t> 200,000,000</a:t>
            </a:r>
            <a:endParaRPr lang="en-US" sz="1200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Local Compilation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cd ..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sh</a:t>
            </a:r>
            <a:r>
              <a:rPr lang="en-US" sz="1600" dirty="0">
                <a:highlight>
                  <a:srgbClr val="C0C0C0"/>
                </a:highlight>
              </a:rPr>
              <a:t> local_build.sh</a:t>
            </a:r>
          </a:p>
        </p:txBody>
      </p:sp>
    </p:spTree>
    <p:extLst>
      <p:ext uri="{BB962C8B-B14F-4D97-AF65-F5344CB8AC3E}">
        <p14:creationId xmlns:p14="http://schemas.microsoft.com/office/powerpoint/2010/main" val="15204361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Run the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Move to OSU_LWF directory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cd Projects/OSU_LWF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Two sample JSON input file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 err="1"/>
              <a:t>scene.json</a:t>
            </a:r>
            <a:endParaRPr lang="en-US" sz="12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scene_OSU-LWF_Mascarenas2022_BreakingWave_2D_1GPU_2024.10.23.json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Run the code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300" dirty="0">
                <a:highlight>
                  <a:srgbClr val="C0C0C0"/>
                </a:highlight>
              </a:rPr>
              <a:t>./</a:t>
            </a:r>
            <a:r>
              <a:rPr lang="en-US" sz="1300" dirty="0" err="1">
                <a:highlight>
                  <a:srgbClr val="C0C0C0"/>
                </a:highlight>
              </a:rPr>
              <a:t>osu_lwf</a:t>
            </a:r>
            <a:r>
              <a:rPr lang="en-US" sz="1300" dirty="0">
                <a:highlight>
                  <a:srgbClr val="C0C0C0"/>
                </a:highlight>
              </a:rPr>
              <a:t> --file=</a:t>
            </a:r>
            <a:r>
              <a:rPr lang="en-US" sz="1300" dirty="0" err="1">
                <a:highlight>
                  <a:srgbClr val="C0C0C0"/>
                </a:highlight>
              </a:rPr>
              <a:t>scene.json</a:t>
            </a:r>
            <a:r>
              <a:rPr lang="en-US" sz="1300" dirty="0">
                <a:highlight>
                  <a:srgbClr val="C0C0C0"/>
                </a:highlight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Check the simulation Log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The number of particles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 err="1"/>
              <a:t>Scene.json</a:t>
            </a:r>
            <a:r>
              <a:rPr lang="en-US" sz="1200" dirty="0"/>
              <a:t> : (total) 1,262,920 &lt; </a:t>
            </a:r>
            <a:r>
              <a:rPr lang="en-US" sz="1200" dirty="0" err="1"/>
              <a:t>g_max_particle_num</a:t>
            </a:r>
            <a:r>
              <a:rPr lang="en-US" sz="1200" dirty="0"/>
              <a:t> = 4,000,000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 err="1"/>
              <a:t>Scene_OSU</a:t>
            </a:r>
            <a:r>
              <a:rPr lang="en-US" sz="1200" dirty="0"/>
              <a:t>-LWF ~.json: (total) 608,001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50" dirty="0"/>
              <a:t>The number of block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 err="1"/>
              <a:t>Scene.json</a:t>
            </a:r>
            <a:r>
              <a:rPr lang="en-US" sz="1200" dirty="0"/>
              <a:t> : (total) 12,222 (4074 per model) &lt; Max blocks 25,000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 err="1"/>
              <a:t>Scene_OSU</a:t>
            </a:r>
            <a:r>
              <a:rPr lang="en-US" sz="1200" dirty="0"/>
              <a:t>-LWF ~.json: (total) 1,651</a:t>
            </a:r>
          </a:p>
          <a:p>
            <a:pPr lvl="2">
              <a:buFont typeface="Arial" panose="020B0604020202020204" pitchFamily="34" charset="0"/>
              <a:buChar char="•"/>
            </a:pP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4877104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Run the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</a:t>
            </a:r>
            <a:r>
              <a:rPr lang="en-US" sz="1400" dirty="0"/>
              <a:t>(Bonus, 2023 – 4.8 </a:t>
            </a:r>
            <a:r>
              <a:rPr lang="en-US" sz="1400" dirty="0" err="1"/>
              <a:t>ClaymoreUW</a:t>
            </a:r>
            <a:r>
              <a:rPr lang="en-US" sz="1400" dirty="0"/>
              <a:t> User Guide; p76)</a:t>
            </a:r>
            <a:r>
              <a:rPr lang="en-US" sz="20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"simulation": { }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"models": [{ }]	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"device": {...},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"material": {...},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"algorithm": {...},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"geometry": [{...}, ...], 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"output": {...},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"grid-boundaries": [{...}, ...],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"grid-sensors": [{...}, ...], 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"particle-sensors": [{...}, ...]</a:t>
            </a:r>
          </a:p>
        </p:txBody>
      </p:sp>
    </p:spTree>
    <p:extLst>
      <p:ext uri="{BB962C8B-B14F-4D97-AF65-F5344CB8AC3E}">
        <p14:creationId xmlns:p14="http://schemas.microsoft.com/office/powerpoint/2010/main" val="3476387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Run the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</a:t>
            </a:r>
            <a:r>
              <a:rPr lang="en-US" sz="1400" dirty="0"/>
              <a:t>(Bonus, 2023 – 4.8 </a:t>
            </a:r>
            <a:r>
              <a:rPr lang="en-US" sz="1400" dirty="0" err="1"/>
              <a:t>ClaymoreUW</a:t>
            </a:r>
            <a:r>
              <a:rPr lang="en-US" sz="1400" dirty="0"/>
              <a:t> User Guide; p76)</a:t>
            </a:r>
            <a:r>
              <a:rPr lang="en-US" sz="20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"simulation": { }  			</a:t>
            </a:r>
            <a:r>
              <a:rPr lang="en-US" sz="1600" dirty="0">
                <a:solidFill>
                  <a:srgbClr val="C00000"/>
                </a:solidFill>
              </a:rPr>
              <a:t>- grid size, time-step, duration, frame per second, etc.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"models": [{ }]     			</a:t>
            </a:r>
            <a:r>
              <a:rPr lang="en-US" sz="1600" dirty="0">
                <a:solidFill>
                  <a:srgbClr val="C00000"/>
                </a:solidFill>
              </a:rPr>
              <a:t>- fluid, solid box, etc.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"device": {...},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"material": {...},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"algorithm": {...},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"geometry": [{...}, ...], 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"output": {...},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"grid-boundaries": [{...}, ...], </a:t>
            </a:r>
            <a:r>
              <a:rPr lang="en-US" sz="1600" dirty="0">
                <a:solidFill>
                  <a:srgbClr val="C00000"/>
                </a:solidFill>
              </a:rPr>
              <a:t>- wall, bathymetry, structure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"grid-sensors": [{...}, ...],  	 </a:t>
            </a:r>
            <a:r>
              <a:rPr lang="en-US" sz="1600" dirty="0">
                <a:solidFill>
                  <a:srgbClr val="C00000"/>
                </a:solidFill>
              </a:rPr>
              <a:t>- velocity, force, etc.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"particle-sensors": [{...}, ...]	 </a:t>
            </a:r>
            <a:r>
              <a:rPr lang="en-US" sz="1600" dirty="0">
                <a:solidFill>
                  <a:srgbClr val="C00000"/>
                </a:solidFill>
              </a:rPr>
              <a:t>- water level, location etc.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8849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Run the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- simulation</a:t>
            </a:r>
          </a:p>
          <a:p>
            <a:pPr marL="57150" indent="0">
              <a:buNone/>
            </a:pPr>
            <a:r>
              <a:rPr lang="en-US" sz="1700" dirty="0"/>
              <a:t>	"simulation": {</a:t>
            </a:r>
          </a:p>
          <a:p>
            <a:pPr marL="57150" indent="0">
              <a:buNone/>
            </a:pPr>
            <a:r>
              <a:rPr lang="en-US" sz="1600" dirty="0"/>
              <a:t>		"gravity": [0.0, -9.80665, 0.0],</a:t>
            </a:r>
          </a:p>
          <a:p>
            <a:pPr marL="57150" indent="0">
              <a:buNone/>
            </a:pPr>
            <a:r>
              <a:rPr lang="en-US" sz="1600" dirty="0"/>
              <a:t>		</a:t>
            </a:r>
            <a:r>
              <a:rPr lang="en-US" sz="1600" b="1" dirty="0"/>
              <a:t>"fps": 10,</a:t>
            </a:r>
          </a:p>
          <a:p>
            <a:pPr marL="57150" indent="0">
              <a:buNone/>
            </a:pPr>
            <a:r>
              <a:rPr lang="en-US" sz="1600" b="1" dirty="0"/>
              <a:t>		"frames": 320,</a:t>
            </a:r>
          </a:p>
          <a:p>
            <a:pPr marL="57150" indent="0">
              <a:buNone/>
            </a:pPr>
            <a:r>
              <a:rPr lang="en-US" sz="1600" b="1" dirty="0"/>
              <a:t>		"time": 0,</a:t>
            </a:r>
          </a:p>
          <a:p>
            <a:pPr marL="57150" indent="0">
              <a:buNone/>
            </a:pPr>
            <a:r>
              <a:rPr lang="en-US" sz="1600" dirty="0"/>
              <a:t>		</a:t>
            </a:r>
            <a:r>
              <a:rPr lang="en-US" sz="1600" b="1" dirty="0"/>
              <a:t>"</a:t>
            </a:r>
            <a:r>
              <a:rPr lang="en-US" sz="1600" b="1" dirty="0" err="1"/>
              <a:t>default_dt</a:t>
            </a:r>
            <a:r>
              <a:rPr lang="en-US" sz="1600" b="1" dirty="0"/>
              <a:t>": 0.5e-4,</a:t>
            </a:r>
          </a:p>
          <a:p>
            <a:pPr marL="57150" indent="0">
              <a:buNone/>
            </a:pPr>
            <a:r>
              <a:rPr lang="en-US" sz="1600" b="1" dirty="0"/>
              <a:t>		"</a:t>
            </a:r>
            <a:r>
              <a:rPr lang="en-US" sz="1600" b="1" dirty="0" err="1"/>
              <a:t>default_dx</a:t>
            </a:r>
            <a:r>
              <a:rPr lang="en-US" sz="1600" b="1" dirty="0"/>
              <a:t>": 0.05,</a:t>
            </a:r>
          </a:p>
          <a:p>
            <a:pPr marL="57150" indent="0">
              <a:buNone/>
            </a:pPr>
            <a:r>
              <a:rPr lang="en-US" sz="1600" dirty="0"/>
              <a:t>		</a:t>
            </a:r>
            <a:r>
              <a:rPr lang="en-US" sz="1600" b="1" dirty="0"/>
              <a:t>"domain": [90, 4.5, 3.65],</a:t>
            </a:r>
          </a:p>
          <a:p>
            <a:pPr marL="57150" indent="0">
              <a:buNone/>
            </a:pPr>
            <a:r>
              <a:rPr lang="en-US" sz="1600" dirty="0"/>
              <a:t>		"</a:t>
            </a:r>
            <a:r>
              <a:rPr lang="en-US" sz="1600" dirty="0" err="1"/>
              <a:t>save_suffix</a:t>
            </a:r>
            <a:r>
              <a:rPr lang="en-US" sz="1600" dirty="0"/>
              <a:t>": ".</a:t>
            </a:r>
            <a:r>
              <a:rPr lang="en-US" sz="1600" dirty="0" err="1"/>
              <a:t>bgeo</a:t>
            </a:r>
            <a:r>
              <a:rPr lang="en-US" sz="1600" dirty="0"/>
              <a:t>",</a:t>
            </a:r>
          </a:p>
          <a:p>
            <a:pPr marL="57150" indent="0">
              <a:buNone/>
            </a:pPr>
            <a:r>
              <a:rPr lang="en-US" sz="1600" b="1" dirty="0"/>
              <a:t>		"</a:t>
            </a:r>
            <a:r>
              <a:rPr lang="en-US" sz="1600" b="1" dirty="0" err="1"/>
              <a:t>particles_output_exterior_only</a:t>
            </a:r>
            <a:r>
              <a:rPr lang="en-US" sz="1600" b="1" dirty="0"/>
              <a:t>": false,</a:t>
            </a:r>
          </a:p>
          <a:p>
            <a:pPr marL="57150" indent="0">
              <a:buNone/>
            </a:pPr>
            <a:r>
              <a:rPr lang="en-US" sz="1600" dirty="0"/>
              <a:t>		"</a:t>
            </a:r>
            <a:r>
              <a:rPr lang="en-US" sz="1600" dirty="0" err="1"/>
              <a:t>froude_scaling</a:t>
            </a:r>
            <a:r>
              <a:rPr lang="en-US" sz="1600" dirty="0"/>
              <a:t>": 1.0</a:t>
            </a:r>
          </a:p>
          <a:p>
            <a:pPr marL="57150" indent="0">
              <a:buNone/>
            </a:pPr>
            <a:r>
              <a:rPr lang="en-US" sz="1600" dirty="0"/>
              <a:t>	},</a:t>
            </a:r>
          </a:p>
        </p:txBody>
      </p:sp>
    </p:spTree>
    <p:extLst>
      <p:ext uri="{BB962C8B-B14F-4D97-AF65-F5344CB8AC3E}">
        <p14:creationId xmlns:p14="http://schemas.microsoft.com/office/powerpoint/2010/main" val="2177100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Run the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– models – device / material</a:t>
            </a:r>
          </a:p>
          <a:p>
            <a:pPr marL="57150" indent="0">
              <a:buNone/>
            </a:pPr>
            <a:r>
              <a:rPr lang="en-US" sz="1900" dirty="0"/>
              <a:t>	"bodies": [</a:t>
            </a:r>
          </a:p>
          <a:p>
            <a:pPr marL="57150" indent="0">
              <a:buNone/>
            </a:pPr>
            <a:r>
              <a:rPr lang="en-US" sz="1600" dirty="0"/>
              <a:t>		{</a:t>
            </a:r>
          </a:p>
          <a:p>
            <a:pPr marL="57150" indent="0">
              <a:buNone/>
            </a:pPr>
            <a:r>
              <a:rPr lang="en-US" sz="1600" dirty="0"/>
              <a:t>			</a:t>
            </a:r>
            <a:r>
              <a:rPr lang="en-US" sz="1600" b="1" dirty="0"/>
              <a:t>"</a:t>
            </a:r>
            <a:r>
              <a:rPr lang="en-US" sz="1600" b="1" dirty="0" err="1"/>
              <a:t>gpu</a:t>
            </a:r>
            <a:r>
              <a:rPr lang="en-US" sz="1600" b="1" dirty="0"/>
              <a:t>": 0,</a:t>
            </a:r>
          </a:p>
          <a:p>
            <a:pPr marL="57150" indent="0">
              <a:buNone/>
            </a:pPr>
            <a:r>
              <a:rPr lang="en-US" sz="1600" b="1" dirty="0"/>
              <a:t>			"model": 0,</a:t>
            </a:r>
          </a:p>
          <a:p>
            <a:pPr marL="57150" indent="0">
              <a:buNone/>
            </a:pPr>
            <a:r>
              <a:rPr lang="en-US" sz="1600" dirty="0"/>
              <a:t>			"material": {</a:t>
            </a:r>
          </a:p>
          <a:p>
            <a:pPr marL="57150" indent="0">
              <a:buNone/>
            </a:pPr>
            <a:r>
              <a:rPr lang="en-US" sz="1600" b="1" dirty="0"/>
              <a:t>				"type": "particles",</a:t>
            </a:r>
          </a:p>
          <a:p>
            <a:pPr marL="57150" indent="0">
              <a:buNone/>
            </a:pPr>
            <a:r>
              <a:rPr lang="en-US" sz="1600" b="1" dirty="0"/>
              <a:t>				"constitutive": "</a:t>
            </a:r>
            <a:r>
              <a:rPr lang="en-US" sz="1600" b="1" dirty="0" err="1"/>
              <a:t>JFluid</a:t>
            </a:r>
            <a:r>
              <a:rPr lang="en-US" sz="1600" b="1" dirty="0"/>
              <a:t>",</a:t>
            </a:r>
          </a:p>
          <a:p>
            <a:pPr marL="57150" indent="0">
              <a:buNone/>
            </a:pPr>
            <a:r>
              <a:rPr lang="en-US" sz="1600" dirty="0"/>
              <a:t>			</a:t>
            </a:r>
            <a:r>
              <a:rPr lang="en-US" sz="1600" b="1" dirty="0"/>
              <a:t>	"CFL": 0.425,</a:t>
            </a:r>
          </a:p>
          <a:p>
            <a:pPr marL="57150" indent="0">
              <a:buNone/>
            </a:pPr>
            <a:r>
              <a:rPr lang="en-US" sz="1600" b="1" dirty="0"/>
              <a:t>				"rho": 998.0,</a:t>
            </a:r>
          </a:p>
          <a:p>
            <a:pPr marL="57150" indent="0">
              <a:buNone/>
            </a:pPr>
            <a:r>
              <a:rPr lang="en-US" sz="1600" b="1" dirty="0"/>
              <a:t>				"</a:t>
            </a:r>
            <a:r>
              <a:rPr lang="en-US" sz="1600" b="1" dirty="0" err="1"/>
              <a:t>bulk_modulus</a:t>
            </a:r>
            <a:r>
              <a:rPr lang="en-US" sz="1600" b="1" dirty="0"/>
              <a:t>": 2.0e8,</a:t>
            </a:r>
          </a:p>
          <a:p>
            <a:pPr marL="57150" indent="0">
              <a:buNone/>
            </a:pPr>
            <a:r>
              <a:rPr lang="en-US" sz="1600" dirty="0"/>
              <a:t>				"gamma": 7.125,</a:t>
            </a:r>
          </a:p>
          <a:p>
            <a:pPr marL="57150" indent="0">
              <a:buNone/>
            </a:pPr>
            <a:r>
              <a:rPr lang="en-US" sz="1600" dirty="0"/>
              <a:t>				"viscosity": 0.001</a:t>
            </a:r>
          </a:p>
          <a:p>
            <a:pPr marL="57150" indent="0">
              <a:buNone/>
            </a:pPr>
            <a:r>
              <a:rPr lang="en-US" sz="1600" dirty="0"/>
              <a:t>			},</a:t>
            </a:r>
          </a:p>
        </p:txBody>
      </p:sp>
    </p:spTree>
    <p:extLst>
      <p:ext uri="{BB962C8B-B14F-4D97-AF65-F5344CB8AC3E}">
        <p14:creationId xmlns:p14="http://schemas.microsoft.com/office/powerpoint/2010/main" val="40496862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Run the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– models- algorithm</a:t>
            </a:r>
          </a:p>
          <a:p>
            <a:pPr marL="57150" indent="0">
              <a:buNone/>
            </a:pPr>
            <a:r>
              <a:rPr lang="en-US" sz="1600" dirty="0"/>
              <a:t>	"bodies": [</a:t>
            </a:r>
          </a:p>
          <a:p>
            <a:pPr marL="57150" indent="0">
              <a:buNone/>
            </a:pPr>
            <a:r>
              <a:rPr lang="en-US" sz="1600" dirty="0"/>
              <a:t>		{</a:t>
            </a:r>
          </a:p>
          <a:p>
            <a:pPr marL="57150" indent="0">
              <a:buNone/>
            </a:pPr>
            <a:r>
              <a:rPr lang="en-US" sz="1600" dirty="0"/>
              <a:t>			"algorithm": {</a:t>
            </a:r>
          </a:p>
          <a:p>
            <a:pPr marL="57150" indent="0">
              <a:buNone/>
            </a:pPr>
            <a:r>
              <a:rPr lang="en-US" sz="1600" dirty="0"/>
              <a:t>			</a:t>
            </a:r>
            <a:r>
              <a:rPr lang="en-US" sz="1600" b="1" dirty="0"/>
              <a:t>	"</a:t>
            </a:r>
            <a:r>
              <a:rPr lang="en-US" sz="1600" b="1" dirty="0" err="1"/>
              <a:t>ppc</a:t>
            </a:r>
            <a:r>
              <a:rPr lang="en-US" sz="1600" b="1" dirty="0"/>
              <a:t>": 8.0000,</a:t>
            </a:r>
          </a:p>
          <a:p>
            <a:pPr marL="57150" indent="0">
              <a:buNone/>
            </a:pPr>
            <a:r>
              <a:rPr lang="en-US" sz="1600" dirty="0"/>
              <a:t>				"</a:t>
            </a:r>
            <a:r>
              <a:rPr lang="en-US" sz="1600" dirty="0" err="1"/>
              <a:t>use_FEM</a:t>
            </a:r>
            <a:r>
              <a:rPr lang="en-US" sz="1600" dirty="0"/>
              <a:t>": false,</a:t>
            </a:r>
          </a:p>
          <a:p>
            <a:pPr marL="57150" indent="0">
              <a:buNone/>
            </a:pPr>
            <a:r>
              <a:rPr lang="en-US" sz="1600" dirty="0"/>
              <a:t>				"</a:t>
            </a:r>
            <a:r>
              <a:rPr lang="en-US" sz="1600" dirty="0" err="1"/>
              <a:t>use_</a:t>
            </a:r>
            <a:r>
              <a:rPr lang="en-US" sz="1600" b="1" dirty="0" err="1"/>
              <a:t>ASFLIP</a:t>
            </a:r>
            <a:r>
              <a:rPr lang="en-US" sz="1600" dirty="0"/>
              <a:t>": false,</a:t>
            </a:r>
          </a:p>
          <a:p>
            <a:pPr marL="57150" indent="0">
              <a:buNone/>
            </a:pPr>
            <a:r>
              <a:rPr lang="en-US" sz="1600" dirty="0"/>
              <a:t>				"</a:t>
            </a:r>
            <a:r>
              <a:rPr lang="en-US" sz="1600" dirty="0" err="1"/>
              <a:t>use_</a:t>
            </a:r>
            <a:r>
              <a:rPr lang="en-US" sz="1600" b="1" dirty="0" err="1"/>
              <a:t>FBAR</a:t>
            </a:r>
            <a:r>
              <a:rPr lang="en-US" sz="1600" dirty="0"/>
              <a:t>": true,</a:t>
            </a:r>
          </a:p>
          <a:p>
            <a:pPr marL="57150" indent="0">
              <a:buNone/>
            </a:pPr>
            <a:r>
              <a:rPr lang="en-US" sz="1600" dirty="0"/>
              <a:t>				"</a:t>
            </a:r>
            <a:r>
              <a:rPr lang="en-US" sz="1600" dirty="0" err="1"/>
              <a:t>ASFLIP_alpha</a:t>
            </a:r>
            <a:r>
              <a:rPr lang="en-US" sz="1600" dirty="0"/>
              <a:t>": 0.0,</a:t>
            </a:r>
          </a:p>
          <a:p>
            <a:pPr marL="57150" indent="0">
              <a:buNone/>
            </a:pPr>
            <a:r>
              <a:rPr lang="en-US" sz="1600" dirty="0"/>
              <a:t>				"</a:t>
            </a:r>
            <a:r>
              <a:rPr lang="en-US" sz="1600" dirty="0" err="1"/>
              <a:t>ASFLIP_beta_min</a:t>
            </a:r>
            <a:r>
              <a:rPr lang="en-US" sz="1600" dirty="0"/>
              <a:t>": 0.0,</a:t>
            </a:r>
          </a:p>
          <a:p>
            <a:pPr marL="57150" indent="0">
              <a:buNone/>
            </a:pPr>
            <a:r>
              <a:rPr lang="en-US" sz="1600" dirty="0"/>
              <a:t>				"</a:t>
            </a:r>
            <a:r>
              <a:rPr lang="en-US" sz="1600" dirty="0" err="1"/>
              <a:t>ASFLIP_beta_max</a:t>
            </a:r>
            <a:r>
              <a:rPr lang="en-US" sz="1600" dirty="0"/>
              <a:t>": 0.0,</a:t>
            </a:r>
          </a:p>
          <a:p>
            <a:pPr marL="57150" indent="0">
              <a:buNone/>
            </a:pPr>
            <a:r>
              <a:rPr lang="en-US" sz="1600" dirty="0"/>
              <a:t>				"</a:t>
            </a:r>
            <a:r>
              <a:rPr lang="en-US" sz="1600" dirty="0" err="1"/>
              <a:t>FBAR_psi</a:t>
            </a:r>
            <a:r>
              <a:rPr lang="en-US" sz="1600" dirty="0"/>
              <a:t>": 0.98,</a:t>
            </a:r>
          </a:p>
          <a:p>
            <a:pPr marL="57150" indent="0">
              <a:buNone/>
            </a:pPr>
            <a:r>
              <a:rPr lang="en-US" sz="1600" dirty="0"/>
              <a:t>				"</a:t>
            </a:r>
            <a:r>
              <a:rPr lang="en-US" sz="1600" dirty="0" err="1"/>
              <a:t>FBAR_fused_kernel</a:t>
            </a:r>
            <a:r>
              <a:rPr lang="en-US" sz="1600" dirty="0"/>
              <a:t>": true</a:t>
            </a:r>
          </a:p>
          <a:p>
            <a:pPr marL="57150" indent="0">
              <a:buNone/>
            </a:pPr>
            <a:r>
              <a:rPr lang="en-US" sz="1600" dirty="0"/>
              <a:t>			},</a:t>
            </a:r>
          </a:p>
          <a:p>
            <a:pPr marL="5715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139592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Run the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200" dirty="0"/>
              <a:t>Key Parameters Overview – models – geometry (fluid)</a:t>
            </a:r>
          </a:p>
          <a:p>
            <a:pPr marL="57150" indent="0">
              <a:buNone/>
            </a:pPr>
            <a:r>
              <a:rPr lang="en-US" sz="1600" dirty="0"/>
              <a:t>	"bodies": [</a:t>
            </a:r>
          </a:p>
          <a:p>
            <a:pPr marL="57150" indent="0">
              <a:buNone/>
            </a:pPr>
            <a:r>
              <a:rPr lang="en-US" sz="1600" dirty="0"/>
              <a:t>		{</a:t>
            </a:r>
          </a:p>
          <a:p>
            <a:pPr marL="57150" indent="0">
              <a:buNone/>
            </a:pPr>
            <a:r>
              <a:rPr lang="en-US" sz="1600" dirty="0"/>
              <a:t>			"geometry": [</a:t>
            </a:r>
          </a:p>
          <a:p>
            <a:pPr marL="57150" indent="0">
              <a:buNone/>
            </a:pPr>
            <a:r>
              <a:rPr lang="en-US" sz="1600" dirty="0"/>
              <a:t>				{</a:t>
            </a:r>
          </a:p>
          <a:p>
            <a:pPr marL="57150" indent="0">
              <a:buNone/>
            </a:pPr>
            <a:r>
              <a:rPr lang="en-US" sz="1600" dirty="0"/>
              <a:t>					</a:t>
            </a:r>
            <a:r>
              <a:rPr lang="en-US" sz="1600" b="1" dirty="0"/>
              <a:t>"object": "OSU LWF",</a:t>
            </a:r>
          </a:p>
          <a:p>
            <a:pPr marL="57150" indent="0">
              <a:buNone/>
            </a:pPr>
            <a:r>
              <a:rPr lang="en-US" sz="1600" dirty="0"/>
              <a:t>					"operation": "Add",</a:t>
            </a:r>
          </a:p>
          <a:p>
            <a:pPr marL="57150" indent="0">
              <a:buNone/>
            </a:pPr>
            <a:r>
              <a:rPr lang="en-US" sz="1600" dirty="0"/>
              <a:t>					"span": [88.1, 1.85, 0.05],</a:t>
            </a:r>
          </a:p>
          <a:p>
            <a:pPr marL="57150" indent="0">
              <a:buNone/>
            </a:pPr>
            <a:r>
              <a:rPr lang="en-US" sz="1600" dirty="0"/>
              <a:t>					"offset": [1.9, 0.0, 0.0],</a:t>
            </a:r>
          </a:p>
          <a:p>
            <a:pPr marL="57150" indent="0">
              <a:buNone/>
            </a:pPr>
            <a:r>
              <a:rPr lang="en-US" sz="1600" dirty="0"/>
              <a:t>					"array": [1, 1, 1],</a:t>
            </a:r>
          </a:p>
          <a:p>
            <a:pPr marL="57150" indent="0">
              <a:buNone/>
            </a:pPr>
            <a:r>
              <a:rPr lang="en-US" sz="1600" dirty="0"/>
              <a:t>					"spacing": [0.0, 0.0, 0.0],</a:t>
            </a:r>
          </a:p>
          <a:p>
            <a:pPr marL="57150" indent="0">
              <a:buNone/>
            </a:pPr>
            <a:r>
              <a:rPr lang="en-US" sz="1600" dirty="0"/>
              <a:t>				}</a:t>
            </a:r>
          </a:p>
          <a:p>
            <a:pPr marL="57150" indent="0">
              <a:buNone/>
            </a:pPr>
            <a:r>
              <a:rPr lang="en-US" sz="1600" dirty="0"/>
              <a:t>			],</a:t>
            </a:r>
          </a:p>
        </p:txBody>
      </p:sp>
    </p:spTree>
    <p:extLst>
      <p:ext uri="{BB962C8B-B14F-4D97-AF65-F5344CB8AC3E}">
        <p14:creationId xmlns:p14="http://schemas.microsoft.com/office/powerpoint/2010/main" val="4011171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Run the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733550"/>
            <a:ext cx="8382000" cy="3048000"/>
          </a:xfrm>
        </p:spPr>
        <p:txBody>
          <a:bodyPr numCol="2">
            <a:normAutofit lnSpcReduction="10000"/>
          </a:bodyPr>
          <a:lstStyle/>
          <a:p>
            <a:pPr marL="57150" indent="0">
              <a:buNone/>
            </a:pPr>
            <a:r>
              <a:rPr lang="en-US" sz="1200" dirty="0"/>
              <a:t>	</a:t>
            </a:r>
            <a:r>
              <a:rPr lang="en-US" sz="1300" dirty="0"/>
              <a:t>"bodies": [</a:t>
            </a:r>
          </a:p>
          <a:p>
            <a:pPr marL="400050" lvl="1" indent="0">
              <a:buNone/>
            </a:pPr>
            <a:r>
              <a:rPr lang="en-US" sz="1300" dirty="0"/>
              <a:t>                {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"object": "Box",</a:t>
            </a:r>
          </a:p>
          <a:p>
            <a:pPr marL="400050" lvl="1" indent="0">
              <a:buNone/>
            </a:pPr>
            <a:r>
              <a:rPr lang="en-US" sz="1300" b="1" dirty="0"/>
              <a:t>                    "operation": "Add",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"span": [88.1, 1.75, 3.65],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"offset": [1.9, 0.0, 0.0]</a:t>
            </a:r>
          </a:p>
          <a:p>
            <a:pPr marL="400050" lvl="1" indent="0">
              <a:buNone/>
            </a:pPr>
            <a:r>
              <a:rPr lang="en-US" sz="1300" dirty="0"/>
              <a:t>                },</a:t>
            </a:r>
          </a:p>
          <a:p>
            <a:pPr marL="400050" lvl="1" indent="0">
              <a:buNone/>
            </a:pPr>
            <a:r>
              <a:rPr lang="en-US" sz="1300" dirty="0"/>
              <a:t>                {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"object": "Bathymetry",</a:t>
            </a:r>
          </a:p>
          <a:p>
            <a:pPr marL="400050" lvl="1" indent="0">
              <a:buNone/>
            </a:pPr>
            <a:r>
              <a:rPr lang="en-US" sz="1300" b="1" dirty="0"/>
              <a:t>                    "operation": "Subtract",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</a:t>
            </a:r>
            <a:r>
              <a:rPr lang="en-US" sz="1300" u="sng" dirty="0"/>
              <a:t>"</a:t>
            </a:r>
            <a:r>
              <a:rPr lang="en-US" sz="1300" u="sng" dirty="0" err="1"/>
              <a:t>use_custom_bathymetry</a:t>
            </a:r>
            <a:r>
              <a:rPr lang="en-US" sz="1300" u="sng" dirty="0"/>
              <a:t>": true</a:t>
            </a:r>
            <a:r>
              <a:rPr lang="en-US" sz="1300" dirty="0"/>
              <a:t>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"</a:t>
            </a:r>
            <a:r>
              <a:rPr lang="en-US" sz="1300" dirty="0" err="1"/>
              <a:t>domain_start</a:t>
            </a:r>
            <a:r>
              <a:rPr lang="en-US" sz="1300" dirty="0"/>
              <a:t>": [0,0,0],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"</a:t>
            </a:r>
            <a:r>
              <a:rPr lang="en-US" sz="1300" dirty="0" err="1"/>
              <a:t>domain_end</a:t>
            </a:r>
            <a:r>
              <a:rPr lang="en-US" sz="1300" dirty="0"/>
              <a:t>": [90, 4.5, 3.65],</a:t>
            </a:r>
          </a:p>
          <a:p>
            <a:pPr marL="400050" lvl="1" indent="0">
              <a:buNone/>
            </a:pPr>
            <a:r>
              <a:rPr lang="en-US" sz="1300" dirty="0"/>
              <a:t>"bathymetry": [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    [0.0, 0.175],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    [19.70, 0.175],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    [23.35, 0.175],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    [34.35, 1.125],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    [49.00, 1.725],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    [74.60, 1.725],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    [89.45, 2.625],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    [90.00, 2.625]</a:t>
            </a:r>
          </a:p>
          <a:p>
            <a:pPr marL="400050" lvl="1" indent="0">
              <a:buNone/>
            </a:pPr>
            <a:r>
              <a:rPr lang="en-US" sz="1300" dirty="0"/>
              <a:t>                    ]</a:t>
            </a:r>
          </a:p>
          <a:p>
            <a:pPr marL="400050" lvl="1" indent="0">
              <a:buNone/>
            </a:pPr>
            <a:r>
              <a:rPr lang="en-US" sz="1300" dirty="0"/>
              <a:t>                }</a:t>
            </a:r>
          </a:p>
          <a:p>
            <a:pPr marL="57150" indent="0">
              <a:buNone/>
            </a:pPr>
            <a:r>
              <a:rPr lang="en-US" sz="1300" dirty="0"/>
              <a:t>		</a:t>
            </a:r>
            <a:r>
              <a:rPr lang="en-US" sz="1200" dirty="0"/>
              <a:t>	],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1F84726-6BD5-49F7-8C7C-BFFC5474C377}"/>
              </a:ext>
            </a:extLst>
          </p:cNvPr>
          <p:cNvSpPr txBox="1">
            <a:spLocks/>
          </p:cNvSpPr>
          <p:nvPr/>
        </p:nvSpPr>
        <p:spPr>
          <a:xfrm>
            <a:off x="457200" y="1276350"/>
            <a:ext cx="8229600" cy="38100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Key Parameters Overview – models – geometry</a:t>
            </a:r>
            <a:r>
              <a:rPr lang="en-US" sz="2000" dirty="0">
                <a:solidFill>
                  <a:srgbClr val="C00000"/>
                </a:solidFill>
              </a:rPr>
              <a:t>(Custom)</a:t>
            </a:r>
          </a:p>
        </p:txBody>
      </p:sp>
    </p:spTree>
    <p:extLst>
      <p:ext uri="{BB962C8B-B14F-4D97-AF65-F5344CB8AC3E}">
        <p14:creationId xmlns:p14="http://schemas.microsoft.com/office/powerpoint/2010/main" val="31120784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Run the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– models – output</a:t>
            </a:r>
          </a:p>
          <a:p>
            <a:pPr marL="57150" indent="0">
              <a:buNone/>
            </a:pPr>
            <a:r>
              <a:rPr lang="en-US" sz="1600" dirty="0"/>
              <a:t>	"bodies": [</a:t>
            </a:r>
          </a:p>
          <a:p>
            <a:pPr marL="57150" indent="0">
              <a:buNone/>
            </a:pPr>
            <a:r>
              <a:rPr lang="en-US" sz="1600" dirty="0"/>
              <a:t>		{</a:t>
            </a:r>
          </a:p>
          <a:p>
            <a:pPr marL="57150" indent="0">
              <a:buNone/>
            </a:pPr>
            <a:r>
              <a:rPr lang="en-US" sz="1600" dirty="0"/>
              <a:t>		</a:t>
            </a:r>
            <a:r>
              <a:rPr lang="en-US" sz="1600" b="1" dirty="0"/>
              <a:t>	"</a:t>
            </a:r>
            <a:r>
              <a:rPr lang="en-US" sz="1600" b="1" dirty="0" err="1"/>
              <a:t>output_attribs</a:t>
            </a:r>
            <a:r>
              <a:rPr lang="en-US" sz="1600" b="1" dirty="0"/>
              <a:t>": ["ID", "Pressure", "</a:t>
            </a:r>
            <a:r>
              <a:rPr lang="en-US" sz="1600" b="1" dirty="0" err="1"/>
              <a:t>Velocity_X</a:t>
            </a:r>
            <a:r>
              <a:rPr lang="en-US" sz="1600" b="1" dirty="0"/>
              <a:t>", "</a:t>
            </a:r>
            <a:r>
              <a:rPr lang="en-US" sz="1600" b="1" dirty="0" err="1"/>
              <a:t>Velocity_Y</a:t>
            </a:r>
            <a:r>
              <a:rPr lang="en-US" sz="1600" b="1" dirty="0"/>
              <a:t>"],</a:t>
            </a:r>
          </a:p>
          <a:p>
            <a:pPr marL="57150" indent="0">
              <a:buNone/>
            </a:pPr>
            <a:r>
              <a:rPr lang="en-US" sz="1600" dirty="0"/>
              <a:t>			"</a:t>
            </a:r>
            <a:r>
              <a:rPr lang="en-US" sz="1600" dirty="0" err="1"/>
              <a:t>track_attribs</a:t>
            </a:r>
            <a:r>
              <a:rPr lang="en-US" sz="1600" dirty="0"/>
              <a:t>": ["</a:t>
            </a:r>
            <a:r>
              <a:rPr lang="en-US" sz="1600" dirty="0" err="1"/>
              <a:t>Position_X</a:t>
            </a:r>
            <a:r>
              <a:rPr lang="en-US" sz="1600" dirty="0"/>
              <a:t>"],</a:t>
            </a:r>
          </a:p>
          <a:p>
            <a:pPr marL="57150" indent="0">
              <a:buNone/>
            </a:pPr>
            <a:r>
              <a:rPr lang="en-US" sz="1600" dirty="0"/>
              <a:t>			"</a:t>
            </a:r>
            <a:r>
              <a:rPr lang="en-US" sz="1600" dirty="0" err="1"/>
              <a:t>target_attribs</a:t>
            </a:r>
            <a:r>
              <a:rPr lang="en-US" sz="1600" dirty="0"/>
              <a:t>": ["</a:t>
            </a:r>
            <a:r>
              <a:rPr lang="en-US" sz="1600" dirty="0" err="1"/>
              <a:t>Position_Y</a:t>
            </a:r>
            <a:r>
              <a:rPr lang="en-US" sz="1600" dirty="0"/>
              <a:t>"],</a:t>
            </a:r>
          </a:p>
          <a:p>
            <a:pPr marL="57150" indent="0">
              <a:buNone/>
            </a:pPr>
            <a:endParaRPr lang="en-US" sz="1600" dirty="0"/>
          </a:p>
          <a:p>
            <a:pPr marL="57150" indent="0">
              <a:buNone/>
            </a:pPr>
            <a:r>
              <a:rPr lang="en-US" sz="1600" dirty="0"/>
              <a:t>			"velocity": [0.0, 0.0, 0.0],</a:t>
            </a:r>
          </a:p>
          <a:p>
            <a:pPr marL="57150" indent="0">
              <a:buNone/>
            </a:pPr>
            <a:r>
              <a:rPr lang="en-US" sz="1600" dirty="0"/>
              <a:t>			"</a:t>
            </a:r>
            <a:r>
              <a:rPr lang="en-US" sz="1600" dirty="0" err="1"/>
              <a:t>track_particle_id</a:t>
            </a:r>
            <a:r>
              <a:rPr lang="en-US" sz="1600" dirty="0"/>
              <a:t>": [0],</a:t>
            </a:r>
          </a:p>
          <a:p>
            <a:pPr marL="57150" indent="0">
              <a:buNone/>
            </a:pPr>
            <a:r>
              <a:rPr lang="en-US" sz="1600" b="1" dirty="0"/>
              <a:t>			"</a:t>
            </a:r>
            <a:r>
              <a:rPr lang="en-US" sz="1600" b="1" dirty="0" err="1"/>
              <a:t>partition_start</a:t>
            </a:r>
            <a:r>
              <a:rPr lang="en-US" sz="1600" b="1" dirty="0"/>
              <a:t>": [0.0, 0.0, 0.0],</a:t>
            </a:r>
          </a:p>
          <a:p>
            <a:pPr marL="57150" indent="0">
              <a:buNone/>
            </a:pPr>
            <a:r>
              <a:rPr lang="en-US" sz="1600" b="1" dirty="0"/>
              <a:t>			"</a:t>
            </a:r>
            <a:r>
              <a:rPr lang="en-US" sz="1600" b="1" dirty="0" err="1"/>
              <a:t>partition_end</a:t>
            </a:r>
            <a:r>
              <a:rPr lang="en-US" sz="1600" b="1" dirty="0"/>
              <a:t>": [89.1, 1.85, 0.05]</a:t>
            </a:r>
          </a:p>
          <a:p>
            <a:pPr marL="57150" indent="0">
              <a:buNone/>
            </a:pPr>
            <a:r>
              <a:rPr lang="en-US" sz="1600" dirty="0"/>
              <a:t>		},</a:t>
            </a:r>
          </a:p>
        </p:txBody>
      </p:sp>
    </p:spTree>
    <p:extLst>
      <p:ext uri="{BB962C8B-B14F-4D97-AF65-F5344CB8AC3E}">
        <p14:creationId xmlns:p14="http://schemas.microsoft.com/office/powerpoint/2010/main" val="1263715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Run the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81000"/>
          </a:xfrm>
        </p:spPr>
        <p:txBody>
          <a:bodyPr>
            <a:normAutofit fontScale="400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5000" dirty="0"/>
              <a:t>Key Parameters Overview – grid boundaries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65093130-E1E5-48C1-B879-255FB22A6F2D}"/>
              </a:ext>
            </a:extLst>
          </p:cNvPr>
          <p:cNvSpPr txBox="1">
            <a:spLocks/>
          </p:cNvSpPr>
          <p:nvPr/>
        </p:nvSpPr>
        <p:spPr>
          <a:xfrm>
            <a:off x="419548" y="1638299"/>
            <a:ext cx="8229600" cy="2990851"/>
          </a:xfrm>
          <a:prstGeom prst="rect">
            <a:avLst/>
          </a:prstGeom>
        </p:spPr>
        <p:txBody>
          <a:bodyPr vert="horz" lIns="91440" tIns="45720" rIns="91440" bIns="45720" numCol="2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400" dirty="0">
                <a:solidFill>
                  <a:srgbClr val="D4D4D4"/>
                </a:solidFill>
                <a:latin typeface="Consolas" panose="020B0609020204030204" pitchFamily="49" charset="0"/>
              </a:rPr>
              <a:t>   </a:t>
            </a:r>
            <a:r>
              <a:rPr lang="en-US" sz="1800" dirty="0"/>
              <a:t> "boundaries": [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{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"type": "grid",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"object": "</a:t>
            </a:r>
            <a:r>
              <a:rPr lang="en-US" sz="1800" b="1" dirty="0"/>
              <a:t>Wall</a:t>
            </a:r>
            <a:r>
              <a:rPr lang="en-US" sz="1800" dirty="0"/>
              <a:t>",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"contact": "Separable",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domain_start</a:t>
            </a:r>
            <a:r>
              <a:rPr lang="en-US" sz="1800" dirty="0"/>
              <a:t>": [0.0, 0.0, 0.0],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domain_end</a:t>
            </a:r>
            <a:r>
              <a:rPr lang="en-US" sz="1800" dirty="0"/>
              <a:t>": [90, 4.5, 0.05],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"time": [0, 180]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},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       {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"type": "grid",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"object": "</a:t>
            </a:r>
            <a:r>
              <a:rPr lang="en-US" sz="1800" b="1" dirty="0"/>
              <a:t>OSU LWF</a:t>
            </a:r>
            <a:r>
              <a:rPr lang="en-US" sz="1800" dirty="0"/>
              <a:t>",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"contact": "Separable",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domain_start</a:t>
            </a:r>
            <a:r>
              <a:rPr lang="en-US" sz="1800" dirty="0"/>
              <a:t>": [0.0, 0.0, 0.0],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</a:t>
            </a:r>
            <a:r>
              <a:rPr lang="en-US" sz="1800" dirty="0" err="1"/>
              <a:t>domain_end</a:t>
            </a:r>
            <a:r>
              <a:rPr lang="en-US" sz="1800" dirty="0"/>
              <a:t>": [90, 4.5, 0.05],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    "time": [0, 180]</a:t>
            </a:r>
          </a:p>
          <a:p>
            <a:pPr marL="400050" lvl="1" indent="0" fontAlgn="auto">
              <a:spcAft>
                <a:spcPts val="0"/>
              </a:spcAft>
              <a:buFont typeface="Arial"/>
              <a:buNone/>
            </a:pPr>
            <a:r>
              <a:rPr lang="en-US" sz="1800" dirty="0"/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42673210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Run the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- grid-boundaries</a:t>
            </a:r>
          </a:p>
          <a:p>
            <a:pPr marL="400050" lvl="1" indent="0">
              <a:buNone/>
            </a:pPr>
            <a:r>
              <a:rPr lang="en-US" sz="10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 </a:t>
            </a:r>
            <a:r>
              <a:rPr lang="en-US" sz="1800" dirty="0"/>
              <a:t> "boundaries": [</a:t>
            </a:r>
          </a:p>
          <a:p>
            <a:pPr marL="400050" lvl="1" indent="0">
              <a:buNone/>
            </a:pPr>
            <a:r>
              <a:rPr lang="en-US" sz="1800" dirty="0"/>
              <a:t>      </a:t>
            </a:r>
            <a:r>
              <a:rPr lang="en-US" sz="1600" dirty="0"/>
              <a:t>{</a:t>
            </a:r>
          </a:p>
          <a:p>
            <a:pPr marL="400050" lvl="1" indent="0">
              <a:buNone/>
            </a:pPr>
            <a:r>
              <a:rPr lang="en-US" sz="1600" dirty="0"/>
              <a:t>            "type": "grid",</a:t>
            </a:r>
          </a:p>
          <a:p>
            <a:pPr marL="400050" lvl="1" indent="0">
              <a:buNone/>
            </a:pPr>
            <a:r>
              <a:rPr lang="en-US" sz="1600" dirty="0"/>
              <a:t>            "object": </a:t>
            </a:r>
            <a:r>
              <a:rPr lang="en-US" sz="1600" b="1" dirty="0"/>
              <a:t>"Box",</a:t>
            </a:r>
          </a:p>
          <a:p>
            <a:pPr marL="400050" lvl="1" indent="0">
              <a:buNone/>
            </a:pPr>
            <a:r>
              <a:rPr lang="en-US" sz="1600" dirty="0"/>
              <a:t>            "contact": "Separable",</a:t>
            </a:r>
          </a:p>
          <a:p>
            <a:pPr marL="400050" lvl="1" indent="0">
              <a:buNone/>
            </a:pPr>
            <a:r>
              <a:rPr lang="en-US" sz="1600" dirty="0"/>
              <a:t>            "</a:t>
            </a:r>
            <a:r>
              <a:rPr lang="en-US" sz="1600" dirty="0" err="1"/>
              <a:t>domain_start</a:t>
            </a:r>
            <a:r>
              <a:rPr lang="en-US" sz="1600" dirty="0"/>
              <a:t>": [45.79, 2.1, 0.0],</a:t>
            </a:r>
          </a:p>
          <a:p>
            <a:pPr marL="400050" lvl="1" indent="0">
              <a:buNone/>
            </a:pPr>
            <a:r>
              <a:rPr lang="en-US" sz="1600" dirty="0"/>
              <a:t>            "</a:t>
            </a:r>
            <a:r>
              <a:rPr lang="en-US" sz="1600" dirty="0" err="1"/>
              <a:t>domain_end</a:t>
            </a:r>
            <a:r>
              <a:rPr lang="en-US" sz="1600" dirty="0"/>
              <a:t>": [46.86, 2.715, 1.016],</a:t>
            </a:r>
          </a:p>
          <a:p>
            <a:pPr marL="400050" lvl="1" indent="0">
              <a:buNone/>
            </a:pPr>
            <a:r>
              <a:rPr lang="en-US" sz="1600" dirty="0"/>
              <a:t>            "time": [0, 180]</a:t>
            </a:r>
          </a:p>
          <a:p>
            <a:pPr marL="400050" lvl="1" indent="0">
              <a:buNone/>
            </a:pPr>
            <a:r>
              <a:rPr lang="en-US" sz="1600" dirty="0"/>
              <a:t>        },       </a:t>
            </a:r>
          </a:p>
        </p:txBody>
      </p:sp>
    </p:spTree>
    <p:extLst>
      <p:ext uri="{BB962C8B-B14F-4D97-AF65-F5344CB8AC3E}">
        <p14:creationId xmlns:p14="http://schemas.microsoft.com/office/powerpoint/2010/main" val="12739922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Run the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– grid-boundaries</a:t>
            </a:r>
          </a:p>
          <a:p>
            <a:pPr marL="400050" lvl="1" indent="0">
              <a:buNone/>
            </a:pPr>
            <a:r>
              <a:rPr lang="en-US" sz="18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800" dirty="0"/>
              <a:t>"boundaries": [</a:t>
            </a:r>
          </a:p>
          <a:p>
            <a:pPr marL="400050" lvl="1" indent="0">
              <a:buNone/>
            </a:pPr>
            <a:r>
              <a:rPr lang="en-US" sz="1600" dirty="0"/>
              <a:t>      </a:t>
            </a:r>
            <a:r>
              <a:rPr lang="en-US" sz="1400" dirty="0"/>
              <a:t>{</a:t>
            </a:r>
          </a:p>
          <a:p>
            <a:pPr marL="400050" lvl="1" indent="0">
              <a:buNone/>
            </a:pPr>
            <a:r>
              <a:rPr lang="en-US" sz="1400" dirty="0"/>
              <a:t>            "type": "grid",</a:t>
            </a:r>
          </a:p>
          <a:p>
            <a:pPr marL="400050" lvl="1" indent="0">
              <a:buNone/>
            </a:pPr>
            <a:r>
              <a:rPr lang="en-US" sz="1400" b="1" dirty="0"/>
              <a:t>            "object": "OSU Paddle",</a:t>
            </a:r>
          </a:p>
          <a:p>
            <a:pPr marL="400050" lvl="1" indent="0">
              <a:buNone/>
            </a:pPr>
            <a:r>
              <a:rPr lang="en-US" sz="1400" dirty="0"/>
              <a:t>            "contact": "Separable",</a:t>
            </a:r>
          </a:p>
          <a:p>
            <a:pPr marL="400050" lvl="1" indent="0">
              <a:buNone/>
            </a:pPr>
            <a:r>
              <a:rPr lang="en-US" sz="1400" dirty="0"/>
              <a:t>            "</a:t>
            </a:r>
            <a:r>
              <a:rPr lang="en-US" sz="1400" dirty="0" err="1"/>
              <a:t>domain_start</a:t>
            </a:r>
            <a:r>
              <a:rPr lang="en-US" sz="1400" dirty="0"/>
              <a:t>": [1.6, -0.2, -0.2],</a:t>
            </a:r>
          </a:p>
          <a:p>
            <a:pPr marL="400050" lvl="1" indent="0">
              <a:buNone/>
            </a:pPr>
            <a:r>
              <a:rPr lang="en-US" sz="1400" dirty="0"/>
              <a:t>            "</a:t>
            </a:r>
            <a:r>
              <a:rPr lang="en-US" sz="1400" dirty="0" err="1"/>
              <a:t>domain_end</a:t>
            </a:r>
            <a:r>
              <a:rPr lang="en-US" sz="1400" dirty="0"/>
              <a:t>": [2.0, 5, 4],</a:t>
            </a:r>
          </a:p>
          <a:p>
            <a:pPr marL="400050" lvl="1" indent="0">
              <a:buNone/>
            </a:pPr>
            <a:r>
              <a:rPr lang="en-US" sz="1400" dirty="0"/>
              <a:t>            "time": [0, 180],</a:t>
            </a:r>
          </a:p>
          <a:p>
            <a:pPr marL="400050" lvl="1" indent="0">
              <a:buNone/>
            </a:pPr>
            <a:r>
              <a:rPr lang="en-US" sz="1400" b="1" dirty="0"/>
              <a:t>            </a:t>
            </a:r>
            <a:r>
              <a:rPr lang="en-US" sz="1400" b="1" u="sng" dirty="0"/>
              <a:t>"file": "wmdisp_hydro2sec_1200hz_smooth_14032023.csv",</a:t>
            </a:r>
          </a:p>
          <a:p>
            <a:pPr marL="400050" lvl="1" indent="0">
              <a:buNone/>
            </a:pPr>
            <a:r>
              <a:rPr lang="en-US" sz="1400" b="1" dirty="0"/>
              <a:t>            "</a:t>
            </a:r>
            <a:r>
              <a:rPr lang="en-US" sz="1400" b="1" dirty="0" err="1"/>
              <a:t>output_frequency</a:t>
            </a:r>
            <a:r>
              <a:rPr lang="en-US" sz="1400" b="1" dirty="0"/>
              <a:t>": 1200</a:t>
            </a:r>
          </a:p>
          <a:p>
            <a:pPr marL="400050" lvl="1" indent="0">
              <a:buNone/>
            </a:pPr>
            <a:r>
              <a:rPr lang="en-US" sz="1400" dirty="0"/>
              <a:t>        }</a:t>
            </a:r>
          </a:p>
          <a:p>
            <a:pPr marL="400050" lvl="1" indent="0">
              <a:buNone/>
            </a:pPr>
            <a:r>
              <a:rPr lang="en-US" sz="1400" dirty="0"/>
              <a:t>    ],</a:t>
            </a:r>
          </a:p>
        </p:txBody>
      </p:sp>
    </p:spTree>
    <p:extLst>
      <p:ext uri="{BB962C8B-B14F-4D97-AF65-F5344CB8AC3E}">
        <p14:creationId xmlns:p14="http://schemas.microsoft.com/office/powerpoint/2010/main" val="271947422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Run the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- grid-sensors</a:t>
            </a:r>
          </a:p>
          <a:p>
            <a:pPr marL="457200" lvl="1" indent="0">
              <a:buNone/>
            </a:pPr>
            <a:r>
              <a:rPr lang="en-US" sz="1600" dirty="0"/>
              <a:t>"grid-sensors": [</a:t>
            </a:r>
          </a:p>
          <a:p>
            <a:pPr marL="457200" lvl="1" indent="0">
              <a:buNone/>
            </a:pPr>
            <a:r>
              <a:rPr lang="en-US" sz="1400" dirty="0"/>
              <a:t>        {</a:t>
            </a:r>
          </a:p>
          <a:p>
            <a:pPr marL="457200" lvl="1" indent="0">
              <a:buNone/>
            </a:pPr>
            <a:r>
              <a:rPr lang="en-US" sz="1400" b="1" dirty="0"/>
              <a:t>            "type": "grid",</a:t>
            </a:r>
          </a:p>
          <a:p>
            <a:pPr marL="457200" lvl="1" indent="0">
              <a:buNone/>
            </a:pPr>
            <a:r>
              <a:rPr lang="en-US" sz="1400" b="1" dirty="0"/>
              <a:t>            "attribute": "Force",</a:t>
            </a:r>
          </a:p>
          <a:p>
            <a:pPr marL="457200" lvl="1" indent="0">
              <a:buNone/>
            </a:pPr>
            <a:r>
              <a:rPr lang="en-US" sz="1400" dirty="0"/>
              <a:t>            "operation": "Sum",</a:t>
            </a:r>
          </a:p>
          <a:p>
            <a:pPr marL="457200" lvl="1" indent="0">
              <a:buNone/>
            </a:pPr>
            <a:r>
              <a:rPr lang="en-US" sz="1400" dirty="0"/>
              <a:t>            "direction": "X+",</a:t>
            </a:r>
          </a:p>
          <a:p>
            <a:pPr marL="457200" lvl="1" indent="0">
              <a:buNone/>
            </a:pPr>
            <a:r>
              <a:rPr lang="en-US" sz="1400" dirty="0"/>
              <a:t>            "</a:t>
            </a:r>
            <a:r>
              <a:rPr lang="en-US" sz="1400" dirty="0" err="1"/>
              <a:t>output_frequency</a:t>
            </a:r>
            <a:r>
              <a:rPr lang="en-US" sz="1400" dirty="0"/>
              <a:t>": 120,</a:t>
            </a:r>
          </a:p>
          <a:p>
            <a:pPr marL="457200" lvl="1" indent="0">
              <a:buNone/>
            </a:pPr>
            <a:r>
              <a:rPr lang="en-US" sz="1400" dirty="0"/>
              <a:t>            "</a:t>
            </a:r>
            <a:r>
              <a:rPr lang="en-US" sz="1400" dirty="0" err="1"/>
              <a:t>domain_start</a:t>
            </a:r>
            <a:r>
              <a:rPr lang="en-US" sz="1400" dirty="0"/>
              <a:t>": [45.790, 2.1, -0.2],</a:t>
            </a:r>
          </a:p>
          <a:p>
            <a:pPr marL="457200" lvl="1" indent="0">
              <a:buNone/>
            </a:pPr>
            <a:r>
              <a:rPr lang="en-US" sz="1400" dirty="0"/>
              <a:t>            "</a:t>
            </a:r>
            <a:r>
              <a:rPr lang="en-US" sz="1400" dirty="0" err="1"/>
              <a:t>domain_end</a:t>
            </a:r>
            <a:r>
              <a:rPr lang="en-US" sz="1400" dirty="0"/>
              <a:t>": [45.85, 2.615, 2.338]</a:t>
            </a:r>
          </a:p>
          <a:p>
            <a:pPr marL="457200" lvl="1" indent="0">
              <a:buNone/>
            </a:pPr>
            <a:r>
              <a:rPr lang="en-US" sz="1400" dirty="0"/>
              <a:t>        }</a:t>
            </a:r>
          </a:p>
        </p:txBody>
      </p:sp>
    </p:spTree>
    <p:extLst>
      <p:ext uri="{BB962C8B-B14F-4D97-AF65-F5344CB8AC3E}">
        <p14:creationId xmlns:p14="http://schemas.microsoft.com/office/powerpoint/2010/main" val="1619587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Run the program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Key Parameters Overview - particle-sensors</a:t>
            </a:r>
          </a:p>
          <a:p>
            <a:pPr marL="400050" lvl="1" indent="0">
              <a:buNone/>
            </a:pPr>
            <a:r>
              <a:rPr lang="en-US" sz="1400" dirty="0"/>
              <a:t>"particle-sensors": [</a:t>
            </a:r>
          </a:p>
          <a:p>
            <a:pPr marL="400050" lvl="1" indent="0">
              <a:buNone/>
            </a:pPr>
            <a:r>
              <a:rPr lang="en-US" sz="1400" dirty="0"/>
              <a:t>        {</a:t>
            </a:r>
          </a:p>
          <a:p>
            <a:pPr marL="400050" lvl="1" indent="0">
              <a:buNone/>
            </a:pPr>
            <a:r>
              <a:rPr lang="en-US" sz="1400" b="1" dirty="0"/>
              <a:t>            "type": "particles",</a:t>
            </a:r>
          </a:p>
          <a:p>
            <a:pPr marL="400050" lvl="1" indent="0">
              <a:buNone/>
            </a:pPr>
            <a:r>
              <a:rPr lang="en-US" sz="1400" b="1" dirty="0"/>
              <a:t>            "attribute": "Elevation",</a:t>
            </a:r>
          </a:p>
          <a:p>
            <a:pPr marL="400050" lvl="1" indent="0">
              <a:buNone/>
            </a:pPr>
            <a:r>
              <a:rPr lang="en-US" sz="1400" dirty="0"/>
              <a:t>            "operation": "Max",</a:t>
            </a:r>
          </a:p>
          <a:p>
            <a:pPr marL="400050" lvl="1" indent="0">
              <a:buNone/>
            </a:pPr>
            <a:r>
              <a:rPr lang="en-US" sz="1400" dirty="0"/>
              <a:t>            "</a:t>
            </a:r>
            <a:r>
              <a:rPr lang="en-US" sz="1400" dirty="0" err="1"/>
              <a:t>output_frequency</a:t>
            </a:r>
            <a:r>
              <a:rPr lang="en-US" sz="1400" dirty="0"/>
              <a:t>": 120,</a:t>
            </a:r>
          </a:p>
          <a:p>
            <a:pPr marL="400050" lvl="1" indent="0">
              <a:buNone/>
            </a:pPr>
            <a:r>
              <a:rPr lang="en-US" sz="1400" dirty="0"/>
              <a:t>            "</a:t>
            </a:r>
            <a:r>
              <a:rPr lang="en-US" sz="1400" dirty="0" err="1"/>
              <a:t>domain_start</a:t>
            </a:r>
            <a:r>
              <a:rPr lang="en-US" sz="1400" dirty="0"/>
              <a:t>": [16.0, 1.0, 0.0],</a:t>
            </a:r>
          </a:p>
          <a:p>
            <a:pPr marL="400050" lvl="1" indent="0">
              <a:buNone/>
            </a:pPr>
            <a:r>
              <a:rPr lang="en-US" sz="1400" dirty="0"/>
              <a:t>            "</a:t>
            </a:r>
            <a:r>
              <a:rPr lang="en-US" sz="1400" dirty="0" err="1"/>
              <a:t>domain_end</a:t>
            </a:r>
            <a:r>
              <a:rPr lang="en-US" sz="1400" dirty="0"/>
              <a:t>":   [16.1, 3.6, 1.0]</a:t>
            </a:r>
          </a:p>
          <a:p>
            <a:pPr marL="400050" lvl="1" indent="0">
              <a:buNone/>
            </a:pPr>
            <a:r>
              <a:rPr lang="en-US" sz="1400" dirty="0"/>
              <a:t>        }</a:t>
            </a:r>
          </a:p>
          <a:p>
            <a:pPr marL="400050" lvl="1" indent="0">
              <a:buNone/>
            </a:pPr>
            <a:r>
              <a:rPr lang="en-US" sz="1400" dirty="0"/>
              <a:t>     ]</a:t>
            </a:r>
          </a:p>
          <a:p>
            <a:pPr marL="400050" lvl="1" indent="0">
              <a:buNone/>
            </a:pPr>
            <a:r>
              <a:rPr 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06149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Check Output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OBJ files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Domain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Boundary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BGEO files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Particles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/>
              <a:t>particleTarget</a:t>
            </a:r>
            <a:r>
              <a:rPr lang="en-US" sz="1600" dirty="0"/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/>
              <a:t>gridTarget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CSV files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Water level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Velocity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Load</a:t>
            </a:r>
          </a:p>
        </p:txBody>
      </p:sp>
    </p:spTree>
    <p:extLst>
      <p:ext uri="{BB962C8B-B14F-4D97-AF65-F5344CB8AC3E}">
        <p14:creationId xmlns:p14="http://schemas.microsoft.com/office/powerpoint/2010/main" val="5845223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Check Output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Tips for 3D Visualization in Houdini</a:t>
            </a:r>
            <a:endParaRPr lang="en-US" sz="12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At the object panel: Tap and create ‘geometry’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Inside the geometry, tap ‘file’ and import .obj and .</a:t>
            </a:r>
            <a:r>
              <a:rPr lang="en-US" sz="1600" dirty="0" err="1"/>
              <a:t>bgeo</a:t>
            </a:r>
            <a:r>
              <a:rPr lang="en-US" sz="1600" dirty="0"/>
              <a:t> files.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You can check your 3D model.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Some visualization tips: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400" dirty="0"/>
              <a:t>Visualization attribute: you can see color/mark of particle’s attributes (e.g. velocity or pressure)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400" dirty="0"/>
              <a:t>Some boundaries(box array or cylinder) are not automatically created from simulation output so you need to create those .obj files separately or </a:t>
            </a:r>
            <a:r>
              <a:rPr lang="en-US" sz="1400" dirty="0" err="1"/>
              <a:t>transform&amp;copy</a:t>
            </a:r>
            <a:r>
              <a:rPr lang="en-US" sz="1400" dirty="0"/>
              <a:t> to make an array.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400" dirty="0"/>
              <a:t>You need to also create customized Bathymetry.obj by yourself (the sample code’s OSU-LWF bathymetry is offered in </a:t>
            </a:r>
            <a:r>
              <a:rPr lang="en-US" sz="1400" dirty="0" err="1"/>
              <a:t>Github</a:t>
            </a:r>
            <a:r>
              <a:rPr lang="en-US" sz="1400" dirty="0"/>
              <a:t>: </a:t>
            </a:r>
            <a:r>
              <a:rPr lang="en-US" sz="1000" dirty="0"/>
              <a:t>https://github.com/JustinBonus/HydroUQ/blob/ 1a9b2dd557c5e72f8a06efd382e49644fe6e60de/OSU_LWF_Bathymetry.obj#L4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1874389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Clone the Git Repository – remote run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Open editor &amp; terminal VS code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Connect SSH to Lonestar6(LS6.TACC.UTEXAS.EDU)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Open bash terminal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Go to root directory to clone </a:t>
            </a:r>
            <a:r>
              <a:rPr lang="en-US" sz="2000" dirty="0" err="1"/>
              <a:t>ClaymoreUW</a:t>
            </a:r>
            <a:endParaRPr lang="en-US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cd /scratch/10077/ycchoi1313/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git clone </a:t>
            </a:r>
            <a:r>
              <a:rPr lang="en-US" sz="1600" dirty="0">
                <a:highlight>
                  <a:srgbClr val="C0C0C0"/>
                </a:highlight>
                <a:hlinkClick r:id="rId3"/>
              </a:rPr>
              <a:t>https://github.com/youngdie07/claymore.git</a:t>
            </a:r>
            <a:r>
              <a:rPr lang="en-US" sz="1600" dirty="0">
                <a:highlight>
                  <a:srgbClr val="C0C0C0"/>
                </a:highlight>
              </a:rPr>
              <a:t> </a:t>
            </a:r>
            <a:r>
              <a:rPr lang="en-US" sz="1600" dirty="0" err="1">
                <a:highlight>
                  <a:srgbClr val="C0C0C0"/>
                </a:highlight>
              </a:rPr>
              <a:t>folder_name</a:t>
            </a:r>
            <a:endParaRPr lang="en-US" sz="1600" dirty="0">
              <a:highlight>
                <a:srgbClr val="C0C0C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Change the GPUs compute capability architecture (gpu-a100)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/>
              <a:t>setup_cuda.cmake</a:t>
            </a:r>
            <a:endParaRPr lang="en-US" sz="16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set(TARGET_CUDA_ARCH -arch=sm_80)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set(CMAKE_CUDA_ARCHITECTURES 80)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229077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Build / Compile – remote run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Set modules (GCC/NVCC)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module load </a:t>
            </a:r>
            <a:r>
              <a:rPr lang="en-US" sz="1600" dirty="0" err="1">
                <a:highlight>
                  <a:srgbClr val="C0C0C0"/>
                </a:highlight>
              </a:rPr>
              <a:t>cuda</a:t>
            </a:r>
            <a:r>
              <a:rPr lang="en-US" sz="1600" dirty="0">
                <a:highlight>
                  <a:srgbClr val="C0C0C0"/>
                </a:highlight>
              </a:rPr>
              <a:t>/12.2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module load </a:t>
            </a:r>
            <a:r>
              <a:rPr lang="en-US" sz="1600" dirty="0" err="1">
                <a:highlight>
                  <a:srgbClr val="C0C0C0"/>
                </a:highlight>
              </a:rPr>
              <a:t>gcc</a:t>
            </a:r>
            <a:r>
              <a:rPr lang="en-US" sz="1600" dirty="0">
                <a:highlight>
                  <a:srgbClr val="C0C0C0"/>
                </a:highlight>
              </a:rPr>
              <a:t>/12.2.0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Build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cd claymore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mkdir</a:t>
            </a:r>
            <a:r>
              <a:rPr lang="en-US" sz="1600" dirty="0">
                <a:highlight>
                  <a:srgbClr val="C0C0C0"/>
                </a:highlight>
              </a:rPr>
              <a:t> build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cd build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cmake</a:t>
            </a:r>
            <a:r>
              <a:rPr lang="en-US" sz="1600" dirty="0">
                <a:highlight>
                  <a:srgbClr val="C0C0C0"/>
                </a:highlight>
              </a:rPr>
              <a:t> ..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cmake</a:t>
            </a:r>
            <a:r>
              <a:rPr lang="en-US" sz="1600" dirty="0">
                <a:highlight>
                  <a:srgbClr val="C0C0C0"/>
                </a:highlight>
              </a:rPr>
              <a:t> --build 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Adjust </a:t>
            </a:r>
            <a:r>
              <a:rPr lang="en-US" sz="2000" dirty="0" err="1"/>
              <a:t>Setting.h</a:t>
            </a:r>
            <a:endParaRPr lang="en-US" sz="2000" dirty="0">
              <a:highlight>
                <a:srgbClr val="C0C0C0"/>
              </a:highlight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Local Compilation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cd ..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sh</a:t>
            </a:r>
            <a:r>
              <a:rPr lang="en-US" sz="1600" dirty="0">
                <a:highlight>
                  <a:srgbClr val="C0C0C0"/>
                </a:highlight>
              </a:rPr>
              <a:t> local_build.sh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1990851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Run the program – remote run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 fontScale="92500"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Get </a:t>
            </a:r>
            <a:r>
              <a:rPr lang="en-US" sz="2000" b="1" dirty="0"/>
              <a:t>GPU-A100</a:t>
            </a:r>
            <a:r>
              <a:rPr lang="en-US" sz="2000" dirty="0"/>
              <a:t> allocation (submitting </a:t>
            </a:r>
            <a:r>
              <a:rPr lang="en-US" sz="2000" dirty="0" err="1"/>
              <a:t>sbatch</a:t>
            </a:r>
            <a:r>
              <a:rPr lang="en-US" sz="2000" dirty="0"/>
              <a:t>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Connect </a:t>
            </a:r>
            <a:r>
              <a:rPr lang="en-US" sz="1600" dirty="0" err="1">
                <a:highlight>
                  <a:srgbClr val="C0C0C0"/>
                </a:highlight>
              </a:rPr>
              <a:t>ssh</a:t>
            </a:r>
            <a:r>
              <a:rPr lang="en-US" sz="1600" dirty="0">
                <a:highlight>
                  <a:srgbClr val="C0C0C0"/>
                </a:highlight>
              </a:rPr>
              <a:t> c000-000</a:t>
            </a:r>
            <a:r>
              <a:rPr lang="en-US" sz="1600" dirty="0"/>
              <a:t>(</a:t>
            </a:r>
            <a:r>
              <a:rPr lang="en-US" sz="1600" dirty="0" err="1"/>
              <a:t>gpu</a:t>
            </a:r>
            <a:r>
              <a:rPr lang="en-US" sz="1600" dirty="0"/>
              <a:t> ID) in bash or </a:t>
            </a:r>
            <a:r>
              <a:rPr lang="en-US" sz="1600" dirty="0" err="1"/>
              <a:t>tmux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Check specs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 err="1">
                <a:highlight>
                  <a:srgbClr val="C0C0C0"/>
                </a:highlight>
              </a:rPr>
              <a:t>nvidia-smi</a:t>
            </a:r>
            <a:endParaRPr lang="en-US" sz="1600" dirty="0">
              <a:highlight>
                <a:srgbClr val="C0C0C0"/>
              </a:highlight>
            </a:endParaRP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ex) NVIDIA A100-PCIE-40GB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module list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module avail </a:t>
            </a:r>
            <a:r>
              <a:rPr lang="en-US" sz="1600" dirty="0" err="1">
                <a:highlight>
                  <a:srgbClr val="C0C0C0"/>
                </a:highlight>
              </a:rPr>
              <a:t>cuda</a:t>
            </a:r>
            <a:endParaRPr lang="en-US" sz="1600" dirty="0">
              <a:highlight>
                <a:srgbClr val="C0C0C0"/>
              </a:highlight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200" dirty="0"/>
              <a:t>ex) cuda_12.0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module avail </a:t>
            </a:r>
            <a:r>
              <a:rPr lang="en-US" sz="1600" dirty="0" err="1">
                <a:highlight>
                  <a:srgbClr val="C0C0C0"/>
                </a:highlight>
              </a:rPr>
              <a:t>gcc</a:t>
            </a:r>
            <a:endParaRPr lang="en-US" sz="1600" dirty="0">
              <a:highlight>
                <a:srgbClr val="C0C0C0"/>
              </a:highlight>
            </a:endParaRPr>
          </a:p>
          <a:p>
            <a:pPr lvl="3">
              <a:buFont typeface="Arial" panose="020B0604020202020204" pitchFamily="34" charset="0"/>
              <a:buChar char="•"/>
            </a:pPr>
            <a:r>
              <a:rPr lang="en-US" sz="1200" dirty="0"/>
              <a:t>ex) </a:t>
            </a:r>
            <a:r>
              <a:rPr lang="en-US" sz="1200" dirty="0" err="1"/>
              <a:t>gcc</a:t>
            </a:r>
            <a:r>
              <a:rPr lang="en-US" sz="1200" dirty="0"/>
              <a:t> (Ubuntu 10.5.0-1ubuntu1~22.04) 10.5.0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000" dirty="0"/>
              <a:t>Set </a:t>
            </a:r>
            <a:r>
              <a:rPr lang="en-US" sz="2000" dirty="0" err="1"/>
              <a:t>cuda</a:t>
            </a:r>
            <a:r>
              <a:rPr lang="en-US" sz="2000" dirty="0"/>
              <a:t>, </a:t>
            </a:r>
            <a:r>
              <a:rPr lang="en-US" sz="2000" dirty="0" err="1"/>
              <a:t>gcc</a:t>
            </a:r>
            <a:r>
              <a:rPr lang="en-US" sz="2000" dirty="0"/>
              <a:t> version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module load </a:t>
            </a:r>
            <a:r>
              <a:rPr lang="en-US" sz="1600" dirty="0" err="1">
                <a:highlight>
                  <a:srgbClr val="C0C0C0"/>
                </a:highlight>
              </a:rPr>
              <a:t>cuda</a:t>
            </a:r>
            <a:r>
              <a:rPr lang="en-US" sz="1600" dirty="0">
                <a:highlight>
                  <a:srgbClr val="C0C0C0"/>
                </a:highlight>
              </a:rPr>
              <a:t>/12.2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module load </a:t>
            </a:r>
            <a:r>
              <a:rPr lang="en-US" sz="1600" dirty="0" err="1">
                <a:highlight>
                  <a:srgbClr val="C0C0C0"/>
                </a:highlight>
              </a:rPr>
              <a:t>gcc</a:t>
            </a:r>
            <a:r>
              <a:rPr lang="en-US" sz="1600" dirty="0">
                <a:highlight>
                  <a:srgbClr val="C0C0C0"/>
                </a:highlight>
              </a:rPr>
              <a:t>/12.2.0</a:t>
            </a:r>
          </a:p>
        </p:txBody>
      </p:sp>
    </p:spTree>
    <p:extLst>
      <p:ext uri="{BB962C8B-B14F-4D97-AF65-F5344CB8AC3E}">
        <p14:creationId xmlns:p14="http://schemas.microsoft.com/office/powerpoint/2010/main" val="25443086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Run the program – remote run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Move to OSU_LWF directory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cd /scratch/10077/ycchoi1313/claymore/Projects/OSU_LWF/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Two sample JSON input file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 err="1"/>
              <a:t>scene.json</a:t>
            </a:r>
            <a:endParaRPr lang="en-US" sz="1200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sz="1200" dirty="0"/>
              <a:t>scene_OSU-LWF_Mascarenas2022_BreakingWave_2D_1GPU_2024.10.23.json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Run the code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./</a:t>
            </a:r>
            <a:r>
              <a:rPr lang="en-US" sz="1600" dirty="0" err="1">
                <a:highlight>
                  <a:srgbClr val="C0C0C0"/>
                </a:highlight>
              </a:rPr>
              <a:t>osu_lwf</a:t>
            </a:r>
            <a:r>
              <a:rPr lang="en-US" sz="1600" dirty="0">
                <a:highlight>
                  <a:srgbClr val="C0C0C0"/>
                </a:highlight>
              </a:rPr>
              <a:t> --file=</a:t>
            </a:r>
            <a:r>
              <a:rPr lang="en-US" sz="1600" dirty="0" err="1">
                <a:highlight>
                  <a:srgbClr val="C0C0C0"/>
                </a:highlight>
              </a:rPr>
              <a:t>scene.json</a:t>
            </a:r>
            <a:r>
              <a:rPr lang="en-US" sz="1600" dirty="0">
                <a:highlight>
                  <a:srgbClr val="C0C0C0"/>
                </a:highlight>
              </a:rPr>
              <a:t>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highlight>
                  <a:srgbClr val="C0C0C0"/>
                </a:highlight>
              </a:rPr>
              <a:t>./</a:t>
            </a:r>
            <a:r>
              <a:rPr lang="en-US" sz="1600" dirty="0" err="1">
                <a:highlight>
                  <a:srgbClr val="C0C0C0"/>
                </a:highlight>
              </a:rPr>
              <a:t>osu_lwf</a:t>
            </a:r>
            <a:r>
              <a:rPr lang="en-US" sz="1600" dirty="0">
                <a:highlight>
                  <a:srgbClr val="C0C0C0"/>
                </a:highlight>
              </a:rPr>
              <a:t> -f ./scene_OSU-LWF_Mascarenas2022_BreakingWave_2D_1GPU_2024.10.23.json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0757494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4523DCF-6B74-4AE2-AB3E-4E90B1CAA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438150"/>
          </a:xfrm>
        </p:spPr>
        <p:txBody>
          <a:bodyPr>
            <a:noAutofit/>
          </a:bodyPr>
          <a:lstStyle/>
          <a:p>
            <a:r>
              <a:rPr lang="en-US" sz="2800" b="1" dirty="0"/>
              <a:t>References and Resources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8C51226-5207-4DB4-938E-1E021F75AD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76350"/>
            <a:ext cx="8229600" cy="35052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dirty="0" err="1"/>
              <a:t>Github</a:t>
            </a:r>
            <a:r>
              <a:rPr lang="en-US" sz="2000" dirty="0"/>
              <a:t> repository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https://github.com/JustinBonus/claymore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https://github.com/penn-graphics-research/claymore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Related Document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https://claymore.readthedocs.io/en/latest/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/>
              <a:t>Bonus, J. (2023). Evaluation of fluid-driven debris impacts in a high-performance multi-GPU material point method (Order No. 30819170). Available from ProQuest Dissertations &amp; Theses Global. (2915819774). 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635698182"/>
      </p:ext>
    </p:extLst>
  </p:cSld>
  <p:clrMapOvr>
    <a:masterClrMapping/>
  </p:clrMapOvr>
</p:sld>
</file>

<file path=ppt/theme/theme1.xml><?xml version="1.0" encoding="utf-8"?>
<a:theme xmlns:a="http://schemas.openxmlformats.org/drawingml/2006/main" name="16-9 Cover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6-9 Light Backgroun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6-9 White Backgrou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24492</TotalTime>
  <Words>6555</Words>
  <Application>Microsoft Office PowerPoint</Application>
  <PresentationFormat>On-screen Show (16:9)</PresentationFormat>
  <Paragraphs>886</Paragraphs>
  <Slides>28</Slides>
  <Notes>28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Google Sans</vt:lpstr>
      <vt:lpstr>Arial</vt:lpstr>
      <vt:lpstr>Arial Black</vt:lpstr>
      <vt:lpstr>Calibri</vt:lpstr>
      <vt:lpstr>Consolas</vt:lpstr>
      <vt:lpstr>16-9 Cover</vt:lpstr>
      <vt:lpstr>16-9 Light Background</vt:lpstr>
      <vt:lpstr>16-9 White Backgroud</vt:lpstr>
      <vt:lpstr>PowerPoint Presentation</vt:lpstr>
      <vt:lpstr>What is ClaymoreUW</vt:lpstr>
      <vt:lpstr>Pre-Requirement</vt:lpstr>
      <vt:lpstr>Process</vt:lpstr>
      <vt:lpstr>Clone the Git Repository</vt:lpstr>
      <vt:lpstr>Clone the Git Repository</vt:lpstr>
      <vt:lpstr>Build / Local Compilation</vt:lpstr>
      <vt:lpstr>Run the program</vt:lpstr>
      <vt:lpstr>Run the program</vt:lpstr>
      <vt:lpstr>Run the program</vt:lpstr>
      <vt:lpstr>Run the program</vt:lpstr>
      <vt:lpstr>Run the program</vt:lpstr>
      <vt:lpstr>Run the program</vt:lpstr>
      <vt:lpstr>Run the program</vt:lpstr>
      <vt:lpstr>Run the program</vt:lpstr>
      <vt:lpstr>Run the program</vt:lpstr>
      <vt:lpstr>Run the program</vt:lpstr>
      <vt:lpstr>Run the program</vt:lpstr>
      <vt:lpstr>Run the program</vt:lpstr>
      <vt:lpstr>Run the program</vt:lpstr>
      <vt:lpstr>Run the program</vt:lpstr>
      <vt:lpstr>Check Output</vt:lpstr>
      <vt:lpstr>Check Output</vt:lpstr>
      <vt:lpstr>Clone the Git Repository – remote run</vt:lpstr>
      <vt:lpstr>Build / Compile – remote run</vt:lpstr>
      <vt:lpstr>Run the program – remote run</vt:lpstr>
      <vt:lpstr>Run the program – remote run</vt:lpstr>
      <vt:lpstr>References and Resources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/>
  <dc:creator>Youngchul Choi</dc:creator>
  <cp:keywords/>
  <dc:description/>
  <cp:lastModifiedBy>Choi, YoungChul</cp:lastModifiedBy>
  <cp:revision>652</cp:revision>
  <cp:lastPrinted>2011-01-24T02:49:42Z</cp:lastPrinted>
  <dcterms:created xsi:type="dcterms:W3CDTF">2011-06-30T15:04:08Z</dcterms:created>
  <dcterms:modified xsi:type="dcterms:W3CDTF">2025-03-30T23:51:50Z</dcterms:modified>
  <cp:category/>
</cp:coreProperties>
</file>